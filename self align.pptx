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53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F1A0-7CA7-4FBB-A592-0143E8DBF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842DB-6DC0-4AC1-8AF9-A2C0D156D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D61E1-8D32-4E11-AFB7-74A6AD93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77750-9198-49D3-A8F0-ECB1EE02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21B41-DEB8-4B44-9A6F-2AF48FE8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02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DAF5-CD25-4DCC-864E-E1D7A1634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EF291-5C1E-49F8-9857-9CC3CD877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31995-DEA1-47FE-BC64-CDC4DDC7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166B6-723C-401E-8EAF-8930DB7B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3F2F8-B59C-408C-B768-556D8546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24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C17B-FC57-422F-B572-CB05C6DE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53B5A-696B-4971-8F94-15215FF82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1EF8-DACC-4C40-AB78-6B228D37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AA33F-3A1E-46CD-8E65-7E00AD0D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44D27-62BE-4430-B8E1-727F1F19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027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BDD3-EE1F-4FB0-9E35-80985D9C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F2678-659C-4794-A10D-B59ACF2C7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B446C-3B6E-4A20-A238-8845CAEA2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BB756-1024-4DA2-9693-EFA20338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65031-DC9E-4C58-8FF6-5B24D1BE9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784F3-2E4D-4571-A23C-14FB62D8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748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29BDD-DDA2-403D-A716-D84027A2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BC781-5946-40D8-9B9C-2B5C6CE0E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EBCBA-85C1-4DA3-B749-306CEEA0D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4F7C0-E1C5-45C0-9E2A-DDEC88B2A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3E001-33CE-4C81-9FFA-247F1E285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16232-F1BA-4BBC-B48B-98044628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8976B-1774-4C41-BEEA-408F4370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3BF59-9D31-4707-BB38-9E3CC206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652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E244-9E22-43B1-953C-1F27FF4DD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42F1C6-44C5-4240-9F27-9A3C44A3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BE468-A140-4F1E-BB5F-F0E7B039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4E832-9E1D-4ED4-86B1-5B8FF6D5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02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35704-19C2-4DDD-BA0F-831BB6256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A754C-7541-47F0-9E87-FADA6D83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67CE5-AC40-4B72-9A99-D553FEFC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5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D7C2-04DD-4D7B-BDE8-DE837FA6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71E71-436F-4E18-9647-A481F62FC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F914F-866F-42A8-864E-A6E1C216A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22C98-4CE4-4477-825C-C4178D613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8268E-336B-44BF-8130-BB8E8360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1698F-FC72-4AB1-879E-54BA7BAD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09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FD12-D27B-4FA3-BC78-A02D54CA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427AE-15A5-4421-82EF-31E477175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ECB83-F65A-406A-ADC2-C76A0E2A2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CCF85-06C0-47BB-881E-7309F5DF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78323-39E9-45E1-8454-FE6E77C74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81CBA-C339-41E9-87BB-241A6464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47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9806-1A70-433A-A4C8-0670D34F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FC8ED-3216-4025-8A10-1AACA62A2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7F119-77AE-4BD4-9170-C8059D26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5572E-3FDA-41B0-9B1B-31AA17EE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5B7AB-C13C-4644-9BD6-1E04E046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6700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85A14A-0050-4CD4-AA62-9D8D5793FD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D40C0-AA9B-496F-852D-51A1CCEDD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9640D-8B2E-4A7B-BE9C-0DA76F1F7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CBA0-9665-424D-8335-234BD7BC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61124-DD9F-4DE3-A1CB-2EF51DA5A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331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C645C2-188C-45C0-9311-756A1948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2AC6-FFB1-4E03-87BF-82CB49F7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27025-46A3-4E74-9D53-BA5BF93F0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A163D-62F0-40A9-9718-71EF7F40EA4B}" type="datetimeFigureOut">
              <a:rPr lang="zh-TW" altLang="en-US" smtClean="0"/>
              <a:t>2020/7/27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7981D-753B-4BEC-AE3A-7CBEA2790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E772-BF64-4687-8870-901857F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2B0C4-8EC0-4F73-AC6C-E195D77F68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495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913397-6AB7-4CC5-AD11-DEB53D18F63F}"/>
                  </a:ext>
                </a:extLst>
              </p:cNvPr>
              <p:cNvSpPr txBox="1"/>
              <p:nvPr/>
            </p:nvSpPr>
            <p:spPr>
              <a:xfrm>
                <a:off x="165831" y="2014989"/>
                <a:ext cx="4937225" cy="414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𝑠𝑝h𝑒𝑟𝑒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h𝑜𝑙𝑒</m:t>
                      </m:r>
                    </m:oMath>
                  </m:oMathPara>
                </a14:m>
                <a:endParaRPr lang="en-US" altLang="zh-TW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TW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func>
                        <m:func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altLang="zh-TW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TW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(1+(</m:t>
                      </m:r>
                      <m:f>
                        <m:fPr>
                          <m:type m:val="li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co</m:t>
                          </m:r>
                          <m:r>
                            <m:rPr>
                              <m:sty m:val="p"/>
                            </m:rPr>
                            <a:rPr lang="en-US" altLang="zh-TW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zh-TW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>
                  <a:ea typeface="Cambria Math" panose="02040503050406030204" pitchFamily="18" charset="0"/>
                </a:endParaRPr>
              </a:p>
              <a:p>
                <a:pPr algn="ctr"/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zh-TW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zh-TW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altLang="zh-TW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=2∙</m:t>
                      </m:r>
                      <m:r>
                        <a:rPr lang="zh-TW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zh-TW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913397-6AB7-4CC5-AD11-DEB53D18F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31" y="2014989"/>
                <a:ext cx="4937225" cy="41440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2C2D9FA-D35D-49F2-AB23-8D381DF2BBF6}"/>
              </a:ext>
            </a:extLst>
          </p:cNvPr>
          <p:cNvGrpSpPr/>
          <p:nvPr/>
        </p:nvGrpSpPr>
        <p:grpSpPr>
          <a:xfrm>
            <a:off x="8417211" y="126610"/>
            <a:ext cx="3475145" cy="3121998"/>
            <a:chOff x="8417211" y="126610"/>
            <a:chExt cx="3475145" cy="312199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B0E882D-9AF4-4779-9DF4-4D3F44495330}"/>
                </a:ext>
              </a:extLst>
            </p:cNvPr>
            <p:cNvSpPr/>
            <p:nvPr/>
          </p:nvSpPr>
          <p:spPr>
            <a:xfrm>
              <a:off x="8417211" y="127838"/>
              <a:ext cx="2612771" cy="2612771"/>
            </a:xfrm>
            <a:prstGeom prst="ellipse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FDBFF8C-E1AD-4533-8767-1A30D8CAE286}"/>
                </a:ext>
              </a:extLst>
            </p:cNvPr>
            <p:cNvSpPr/>
            <p:nvPr/>
          </p:nvSpPr>
          <p:spPr>
            <a:xfrm>
              <a:off x="9117657" y="126610"/>
              <a:ext cx="1211879" cy="1211879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517CDD0-482B-4A9F-A1C3-6C81ED4B5086}"/>
                </a:ext>
              </a:extLst>
            </p:cNvPr>
            <p:cNvSpPr/>
            <p:nvPr/>
          </p:nvSpPr>
          <p:spPr>
            <a:xfrm>
              <a:off x="8517307" y="1181858"/>
              <a:ext cx="1211879" cy="1211879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E5E9EF1-3F7A-42C5-8EED-DB0A568FCF34}"/>
                </a:ext>
              </a:extLst>
            </p:cNvPr>
            <p:cNvSpPr/>
            <p:nvPr/>
          </p:nvSpPr>
          <p:spPr>
            <a:xfrm>
              <a:off x="9722948" y="1176026"/>
              <a:ext cx="1211879" cy="1211879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61D9BE70-536E-41AE-B5EC-81F4D0C523E6}"/>
                </a:ext>
              </a:extLst>
            </p:cNvPr>
            <p:cNvSpPr/>
            <p:nvPr/>
          </p:nvSpPr>
          <p:spPr>
            <a:xfrm>
              <a:off x="9120452" y="728940"/>
              <a:ext cx="1209067" cy="1057148"/>
            </a:xfrm>
            <a:prstGeom prst="triangl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431FE43-34C9-414A-A9E5-C601D45D693B}"/>
                </a:ext>
              </a:extLst>
            </p:cNvPr>
            <p:cNvSpPr/>
            <p:nvPr/>
          </p:nvSpPr>
          <p:spPr>
            <a:xfrm>
              <a:off x="8517306" y="127125"/>
              <a:ext cx="2417521" cy="2267128"/>
            </a:xfrm>
            <a:custGeom>
              <a:avLst/>
              <a:gdLst>
                <a:gd name="connsiteX0" fmla="*/ 1206290 w 2417521"/>
                <a:gd name="connsiteY0" fmla="*/ 0 h 2267128"/>
                <a:gd name="connsiteX1" fmla="*/ 1812230 w 2417521"/>
                <a:gd name="connsiteY1" fmla="*/ 605940 h 2267128"/>
                <a:gd name="connsiteX2" fmla="*/ 1545077 w 2417521"/>
                <a:gd name="connsiteY2" fmla="*/ 1108395 h 2267128"/>
                <a:gd name="connsiteX3" fmla="*/ 1532076 w 2417521"/>
                <a:gd name="connsiteY3" fmla="*/ 1115452 h 2267128"/>
                <a:gd name="connsiteX4" fmla="*/ 1533950 w 2417521"/>
                <a:gd name="connsiteY4" fmla="*/ 1118509 h 2267128"/>
                <a:gd name="connsiteX5" fmla="*/ 1603239 w 2417521"/>
                <a:gd name="connsiteY5" fmla="*/ 1086184 h 2267128"/>
                <a:gd name="connsiteX6" fmla="*/ 1811581 w 2417521"/>
                <a:gd name="connsiteY6" fmla="*/ 1049416 h 2267128"/>
                <a:gd name="connsiteX7" fmla="*/ 2417521 w 2417521"/>
                <a:gd name="connsiteY7" fmla="*/ 1655356 h 2267128"/>
                <a:gd name="connsiteX8" fmla="*/ 1811581 w 2417521"/>
                <a:gd name="connsiteY8" fmla="*/ 2261296 h 2267128"/>
                <a:gd name="connsiteX9" fmla="*/ 1217952 w 2417521"/>
                <a:gd name="connsiteY9" fmla="*/ 1777474 h 2267128"/>
                <a:gd name="connsiteX10" fmla="*/ 1209055 w 2417521"/>
                <a:gd name="connsiteY10" fmla="*/ 1689217 h 2267128"/>
                <a:gd name="connsiteX11" fmla="*/ 1199570 w 2417521"/>
                <a:gd name="connsiteY11" fmla="*/ 1783306 h 2267128"/>
                <a:gd name="connsiteX12" fmla="*/ 605940 w 2417521"/>
                <a:gd name="connsiteY12" fmla="*/ 2267128 h 2267128"/>
                <a:gd name="connsiteX13" fmla="*/ 0 w 2417521"/>
                <a:gd name="connsiteY13" fmla="*/ 1661188 h 2267128"/>
                <a:gd name="connsiteX14" fmla="*/ 605940 w 2417521"/>
                <a:gd name="connsiteY14" fmla="*/ 1055248 h 2267128"/>
                <a:gd name="connsiteX15" fmla="*/ 814283 w 2417521"/>
                <a:gd name="connsiteY15" fmla="*/ 1092016 h 2267128"/>
                <a:gd name="connsiteX16" fmla="*/ 879107 w 2417521"/>
                <a:gd name="connsiteY16" fmla="*/ 1122259 h 2267128"/>
                <a:gd name="connsiteX17" fmla="*/ 882588 w 2417521"/>
                <a:gd name="connsiteY17" fmla="*/ 1116582 h 2267128"/>
                <a:gd name="connsiteX18" fmla="*/ 867504 w 2417521"/>
                <a:gd name="connsiteY18" fmla="*/ 1108395 h 2267128"/>
                <a:gd name="connsiteX19" fmla="*/ 600350 w 2417521"/>
                <a:gd name="connsiteY19" fmla="*/ 605940 h 2267128"/>
                <a:gd name="connsiteX20" fmla="*/ 1206290 w 2417521"/>
                <a:gd name="connsiteY20" fmla="*/ 0 h 22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17521" h="2267128">
                  <a:moveTo>
                    <a:pt x="1206290" y="0"/>
                  </a:moveTo>
                  <a:cubicBezTo>
                    <a:pt x="1540941" y="0"/>
                    <a:pt x="1812230" y="271289"/>
                    <a:pt x="1812230" y="605940"/>
                  </a:cubicBezTo>
                  <a:cubicBezTo>
                    <a:pt x="1812230" y="815097"/>
                    <a:pt x="1706258" y="999503"/>
                    <a:pt x="1545077" y="1108395"/>
                  </a:cubicBezTo>
                  <a:lnTo>
                    <a:pt x="1532076" y="1115452"/>
                  </a:lnTo>
                  <a:lnTo>
                    <a:pt x="1533950" y="1118509"/>
                  </a:lnTo>
                  <a:lnTo>
                    <a:pt x="1603239" y="1086184"/>
                  </a:lnTo>
                  <a:cubicBezTo>
                    <a:pt x="1668203" y="1062398"/>
                    <a:pt x="1738376" y="1049416"/>
                    <a:pt x="1811581" y="1049416"/>
                  </a:cubicBezTo>
                  <a:cubicBezTo>
                    <a:pt x="2146232" y="1049416"/>
                    <a:pt x="2417521" y="1320705"/>
                    <a:pt x="2417521" y="1655356"/>
                  </a:cubicBezTo>
                  <a:cubicBezTo>
                    <a:pt x="2417521" y="1990007"/>
                    <a:pt x="2146232" y="2261296"/>
                    <a:pt x="1811581" y="2261296"/>
                  </a:cubicBezTo>
                  <a:cubicBezTo>
                    <a:pt x="1518762" y="2261296"/>
                    <a:pt x="1274454" y="2053590"/>
                    <a:pt x="1217952" y="1777474"/>
                  </a:cubicBezTo>
                  <a:lnTo>
                    <a:pt x="1209055" y="1689217"/>
                  </a:lnTo>
                  <a:lnTo>
                    <a:pt x="1199570" y="1783306"/>
                  </a:lnTo>
                  <a:cubicBezTo>
                    <a:pt x="1143068" y="2059422"/>
                    <a:pt x="898760" y="2267128"/>
                    <a:pt x="605940" y="2267128"/>
                  </a:cubicBezTo>
                  <a:cubicBezTo>
                    <a:pt x="271289" y="2267128"/>
                    <a:pt x="0" y="1995839"/>
                    <a:pt x="0" y="1661188"/>
                  </a:cubicBezTo>
                  <a:cubicBezTo>
                    <a:pt x="0" y="1326537"/>
                    <a:pt x="271289" y="1055248"/>
                    <a:pt x="605940" y="1055248"/>
                  </a:cubicBezTo>
                  <a:cubicBezTo>
                    <a:pt x="679145" y="1055248"/>
                    <a:pt x="749318" y="1068230"/>
                    <a:pt x="814283" y="1092016"/>
                  </a:cubicBezTo>
                  <a:lnTo>
                    <a:pt x="879107" y="1122259"/>
                  </a:lnTo>
                  <a:lnTo>
                    <a:pt x="882588" y="1116582"/>
                  </a:lnTo>
                  <a:lnTo>
                    <a:pt x="867504" y="1108395"/>
                  </a:lnTo>
                  <a:cubicBezTo>
                    <a:pt x="706322" y="999503"/>
                    <a:pt x="600350" y="815097"/>
                    <a:pt x="600350" y="605940"/>
                  </a:cubicBezTo>
                  <a:cubicBezTo>
                    <a:pt x="600350" y="271289"/>
                    <a:pt x="871639" y="0"/>
                    <a:pt x="1206290" y="0"/>
                  </a:cubicBezTo>
                  <a:close/>
                </a:path>
              </a:pathLst>
            </a:cu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0EFDFA-C72E-4095-90AF-DB45297D86AA}"/>
                </a:ext>
              </a:extLst>
            </p:cNvPr>
            <p:cNvCxnSpPr>
              <a:cxnSpLocks/>
            </p:cNvCxnSpPr>
            <p:nvPr/>
          </p:nvCxnSpPr>
          <p:spPr>
            <a:xfrm>
              <a:off x="9723597" y="712955"/>
              <a:ext cx="1272458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00103F0-7F4A-477B-B1F5-243AE2728D15}"/>
                </a:ext>
              </a:extLst>
            </p:cNvPr>
            <p:cNvCxnSpPr>
              <a:cxnSpLocks/>
            </p:cNvCxnSpPr>
            <p:nvPr/>
          </p:nvCxnSpPr>
          <p:spPr>
            <a:xfrm>
              <a:off x="8844213" y="1618794"/>
              <a:ext cx="261944" cy="152222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5309E89-2510-4AD0-BFE6-77F8392A2B6F}"/>
                </a:ext>
              </a:extLst>
            </p:cNvPr>
            <p:cNvSpPr txBox="1"/>
            <p:nvPr/>
          </p:nvSpPr>
          <p:spPr>
            <a:xfrm>
              <a:off x="8689461" y="2879276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7CBFD86-EE17-4D91-93D8-01D9D98757C5}"/>
                </a:ext>
              </a:extLst>
            </p:cNvPr>
            <p:cNvSpPr txBox="1"/>
            <p:nvPr/>
          </p:nvSpPr>
          <p:spPr>
            <a:xfrm>
              <a:off x="10543044" y="2652506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A9396B1-0B8A-41EE-A0CE-6C2220C8AF0D}"/>
                </a:ext>
              </a:extLst>
            </p:cNvPr>
            <p:cNvSpPr txBox="1"/>
            <p:nvPr/>
          </p:nvSpPr>
          <p:spPr>
            <a:xfrm>
              <a:off x="8701677" y="733417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2r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4E8E1C0-F06A-401D-82A5-1FD889BADC5A}"/>
                </a:ext>
              </a:extLst>
            </p:cNvPr>
            <p:cNvCxnSpPr>
              <a:cxnSpLocks/>
            </p:cNvCxnSpPr>
            <p:nvPr/>
          </p:nvCxnSpPr>
          <p:spPr>
            <a:xfrm>
              <a:off x="9671758" y="126610"/>
              <a:ext cx="1262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5B1CB3-09F4-43DD-902B-0A31DF8B8245}"/>
                </a:ext>
              </a:extLst>
            </p:cNvPr>
            <p:cNvCxnSpPr>
              <a:cxnSpLocks/>
            </p:cNvCxnSpPr>
            <p:nvPr/>
          </p:nvCxnSpPr>
          <p:spPr>
            <a:xfrm>
              <a:off x="9723597" y="126610"/>
              <a:ext cx="174727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881903-7E36-4762-ACA0-7A1E1C056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86226" y="526195"/>
              <a:ext cx="608009" cy="1044510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89CA3E0-82A7-40B4-B9D8-37867BC1EC20}"/>
                    </a:ext>
                  </a:extLst>
                </p:cNvPr>
                <p:cNvSpPr txBox="1"/>
                <p:nvPr/>
              </p:nvSpPr>
              <p:spPr>
                <a:xfrm>
                  <a:off x="9453707" y="779685"/>
                  <a:ext cx="4214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TW" altLang="en-US" sz="105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89CA3E0-82A7-40B4-B9D8-37867BC1EC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3707" y="779685"/>
                  <a:ext cx="421488" cy="2616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5B34DBF-5297-4754-BE3F-447A959B1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18741" y="712955"/>
              <a:ext cx="4162" cy="700495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90F3532-FD92-439C-9B65-20CE5976F2AA}"/>
                </a:ext>
              </a:extLst>
            </p:cNvPr>
            <p:cNvSpPr/>
            <p:nvPr/>
          </p:nvSpPr>
          <p:spPr>
            <a:xfrm>
              <a:off x="9702823" y="1413450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Partial Circle 71">
              <a:extLst>
                <a:ext uri="{FF2B5EF4-FFF2-40B4-BE49-F238E27FC236}">
                  <a16:creationId xmlns:a16="http://schemas.microsoft.com/office/drawing/2014/main" id="{5E3AE26C-C949-4C22-9E1E-4E641EADAAD6}"/>
                </a:ext>
              </a:extLst>
            </p:cNvPr>
            <p:cNvSpPr/>
            <p:nvPr/>
          </p:nvSpPr>
          <p:spPr>
            <a:xfrm>
              <a:off x="9587821" y="579537"/>
              <a:ext cx="283433" cy="283433"/>
            </a:xfrm>
            <a:prstGeom prst="pie">
              <a:avLst>
                <a:gd name="adj1" fmla="val 5400998"/>
                <a:gd name="adj2" fmla="val 730664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1B32A04-FE89-4CFF-B131-3FCC650CBF35}"/>
                </a:ext>
              </a:extLst>
            </p:cNvPr>
            <p:cNvSpPr/>
            <p:nvPr/>
          </p:nvSpPr>
          <p:spPr>
            <a:xfrm>
              <a:off x="10310888" y="1763965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0D7608E-4028-4DE3-8A3E-BEE05AF3D203}"/>
                </a:ext>
              </a:extLst>
            </p:cNvPr>
            <p:cNvCxnSpPr>
              <a:cxnSpLocks/>
            </p:cNvCxnSpPr>
            <p:nvPr/>
          </p:nvCxnSpPr>
          <p:spPr>
            <a:xfrm>
              <a:off x="9723597" y="1430418"/>
              <a:ext cx="174727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743B327-193B-4D47-83CC-D4B5E4AF7655}"/>
                </a:ext>
              </a:extLst>
            </p:cNvPr>
            <p:cNvSpPr/>
            <p:nvPr/>
          </p:nvSpPr>
          <p:spPr>
            <a:xfrm>
              <a:off x="9705597" y="714550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6A9C9CA-A151-4AAB-BDF6-D4706E1A6AE4}"/>
                </a:ext>
              </a:extLst>
            </p:cNvPr>
            <p:cNvSpPr/>
            <p:nvPr/>
          </p:nvSpPr>
          <p:spPr>
            <a:xfrm>
              <a:off x="9105247" y="176979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7BDBFAB-69C8-493D-9F84-307E359A9E88}"/>
                </a:ext>
              </a:extLst>
            </p:cNvPr>
            <p:cNvCxnSpPr>
              <a:cxnSpLocks/>
            </p:cNvCxnSpPr>
            <p:nvPr/>
          </p:nvCxnSpPr>
          <p:spPr>
            <a:xfrm>
              <a:off x="9453104" y="557759"/>
              <a:ext cx="262390" cy="152872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6630A94-2B58-4439-8F23-86272FF72F36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9332917" y="526195"/>
              <a:ext cx="1262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28FB4E9-6978-42C1-813C-0524AD52CDF4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8726417" y="1587230"/>
              <a:ext cx="1262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Wave 97">
              <a:extLst>
                <a:ext uri="{FF2B5EF4-FFF2-40B4-BE49-F238E27FC236}">
                  <a16:creationId xmlns:a16="http://schemas.microsoft.com/office/drawing/2014/main" id="{61C147C8-B122-4A44-BADE-7A1A63360156}"/>
                </a:ext>
              </a:extLst>
            </p:cNvPr>
            <p:cNvSpPr/>
            <p:nvPr/>
          </p:nvSpPr>
          <p:spPr>
            <a:xfrm rot="4310759">
              <a:off x="10272452" y="2575453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9" name="Wave 97">
              <a:extLst>
                <a:ext uri="{FF2B5EF4-FFF2-40B4-BE49-F238E27FC236}">
                  <a16:creationId xmlns:a16="http://schemas.microsoft.com/office/drawing/2014/main" id="{CAD93733-6D42-475D-B252-27AB44073CFD}"/>
                </a:ext>
              </a:extLst>
            </p:cNvPr>
            <p:cNvSpPr/>
            <p:nvPr/>
          </p:nvSpPr>
          <p:spPr>
            <a:xfrm rot="17289241" flipH="1">
              <a:off x="8805669" y="2793361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D86C2E3-90D0-42CE-A006-D8C418E10847}"/>
                </a:ext>
              </a:extLst>
            </p:cNvPr>
            <p:cNvCxnSpPr>
              <a:cxnSpLocks/>
            </p:cNvCxnSpPr>
            <p:nvPr/>
          </p:nvCxnSpPr>
          <p:spPr>
            <a:xfrm>
              <a:off x="11539295" y="126610"/>
              <a:ext cx="0" cy="1303808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B8F6D8C-8059-4654-A06E-53ED92EECBFF}"/>
                </a:ext>
              </a:extLst>
            </p:cNvPr>
            <p:cNvSpPr txBox="1"/>
            <p:nvPr/>
          </p:nvSpPr>
          <p:spPr>
            <a:xfrm>
              <a:off x="11470868" y="547883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84F09E4-56E4-4900-9E3C-C9B19CE0FDA8}"/>
                </a:ext>
              </a:extLst>
            </p:cNvPr>
            <p:cNvSpPr txBox="1"/>
            <p:nvPr/>
          </p:nvSpPr>
          <p:spPr>
            <a:xfrm>
              <a:off x="11033214" y="860021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996453E-1034-4E4E-AAEA-486CFBA4F542}"/>
                </a:ext>
              </a:extLst>
            </p:cNvPr>
            <p:cNvSpPr txBox="1"/>
            <p:nvPr/>
          </p:nvSpPr>
          <p:spPr>
            <a:xfrm>
              <a:off x="11033214" y="235116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F30FF9C-9502-4DE2-9DF5-E54D52EA838D}"/>
                </a:ext>
              </a:extLst>
            </p:cNvPr>
            <p:cNvCxnSpPr>
              <a:cxnSpLocks/>
            </p:cNvCxnSpPr>
            <p:nvPr/>
          </p:nvCxnSpPr>
          <p:spPr>
            <a:xfrm>
              <a:off x="11028552" y="712955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E467B01-E0C0-4085-ADCA-75B2A110BAAF}"/>
                </a:ext>
              </a:extLst>
            </p:cNvPr>
            <p:cNvCxnSpPr>
              <a:cxnSpLocks/>
            </p:cNvCxnSpPr>
            <p:nvPr/>
          </p:nvCxnSpPr>
          <p:spPr>
            <a:xfrm>
              <a:off x="11476169" y="126610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BDC3338-03CE-48A7-8C71-3A139DE859BC}"/>
                </a:ext>
              </a:extLst>
            </p:cNvPr>
            <p:cNvCxnSpPr>
              <a:cxnSpLocks/>
            </p:cNvCxnSpPr>
            <p:nvPr/>
          </p:nvCxnSpPr>
          <p:spPr>
            <a:xfrm>
              <a:off x="11094857" y="126610"/>
              <a:ext cx="1388" cy="586345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264CAA8-C632-4471-BB5A-81885CA4AC9E}"/>
                </a:ext>
              </a:extLst>
            </p:cNvPr>
            <p:cNvCxnSpPr>
              <a:cxnSpLocks/>
            </p:cNvCxnSpPr>
            <p:nvPr/>
          </p:nvCxnSpPr>
          <p:spPr>
            <a:xfrm>
              <a:off x="11476169" y="1430934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C857147-E815-4FEE-9269-26320A3B2005}"/>
                </a:ext>
              </a:extLst>
            </p:cNvPr>
            <p:cNvCxnSpPr>
              <a:cxnSpLocks/>
            </p:cNvCxnSpPr>
            <p:nvPr/>
          </p:nvCxnSpPr>
          <p:spPr>
            <a:xfrm>
              <a:off x="11028552" y="1430934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1F7439D-4CE9-4CD0-AC30-0DEE42952D41}"/>
                </a:ext>
              </a:extLst>
            </p:cNvPr>
            <p:cNvCxnSpPr>
              <a:cxnSpLocks/>
            </p:cNvCxnSpPr>
            <p:nvPr/>
          </p:nvCxnSpPr>
          <p:spPr>
            <a:xfrm>
              <a:off x="11028552" y="126610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C4B6E4D-8B9D-4F9B-8FF4-DE6ABE50CA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083" y="712955"/>
              <a:ext cx="4162" cy="700495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9540305-B882-4249-8A94-2E4F363E194C}"/>
              </a:ext>
            </a:extLst>
          </p:cNvPr>
          <p:cNvGrpSpPr/>
          <p:nvPr/>
        </p:nvGrpSpPr>
        <p:grpSpPr>
          <a:xfrm>
            <a:off x="8256407" y="3987243"/>
            <a:ext cx="3693487" cy="2727791"/>
            <a:chOff x="8256407" y="3491162"/>
            <a:chExt cx="3693487" cy="272779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B6150DD-B67E-4B74-99FC-3181A3F6C712}"/>
                </a:ext>
              </a:extLst>
            </p:cNvPr>
            <p:cNvCxnSpPr>
              <a:cxnSpLocks/>
            </p:cNvCxnSpPr>
            <p:nvPr/>
          </p:nvCxnSpPr>
          <p:spPr>
            <a:xfrm>
              <a:off x="11596833" y="3492174"/>
              <a:ext cx="0" cy="1303808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B540DCB-7D12-439A-9EBD-25B34A3D03AE}"/>
                </a:ext>
              </a:extLst>
            </p:cNvPr>
            <p:cNvSpPr txBox="1"/>
            <p:nvPr/>
          </p:nvSpPr>
          <p:spPr>
            <a:xfrm>
              <a:off x="11528406" y="3913447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2945F48-5DBF-4B00-A1C2-2B9AE741DF4F}"/>
                </a:ext>
              </a:extLst>
            </p:cNvPr>
            <p:cNvSpPr txBox="1"/>
            <p:nvPr/>
          </p:nvSpPr>
          <p:spPr>
            <a:xfrm>
              <a:off x="11109414" y="4225585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FF18C4F-55A0-4507-831E-D4C6CFA17A2B}"/>
                </a:ext>
              </a:extLst>
            </p:cNvPr>
            <p:cNvSpPr txBox="1"/>
            <p:nvPr/>
          </p:nvSpPr>
          <p:spPr>
            <a:xfrm>
              <a:off x="11109414" y="3600680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B2BF33C-B0E1-471B-90EC-E30915A55297}"/>
                </a:ext>
              </a:extLst>
            </p:cNvPr>
            <p:cNvCxnSpPr>
              <a:cxnSpLocks/>
            </p:cNvCxnSpPr>
            <p:nvPr/>
          </p:nvCxnSpPr>
          <p:spPr>
            <a:xfrm>
              <a:off x="11104752" y="3969928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FD94A48-77FA-42BC-B6F8-576ABF5AC464}"/>
                </a:ext>
              </a:extLst>
            </p:cNvPr>
            <p:cNvCxnSpPr>
              <a:cxnSpLocks/>
            </p:cNvCxnSpPr>
            <p:nvPr/>
          </p:nvCxnSpPr>
          <p:spPr>
            <a:xfrm>
              <a:off x="11533707" y="3492174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521855B-0C6B-41E9-8526-272B113953F2}"/>
                </a:ext>
              </a:extLst>
            </p:cNvPr>
            <p:cNvCxnSpPr>
              <a:cxnSpLocks/>
            </p:cNvCxnSpPr>
            <p:nvPr/>
          </p:nvCxnSpPr>
          <p:spPr>
            <a:xfrm>
              <a:off x="11171057" y="3492174"/>
              <a:ext cx="0" cy="477754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9F8799F-E008-46CD-90EF-7A3064C784CD}"/>
                </a:ext>
              </a:extLst>
            </p:cNvPr>
            <p:cNvCxnSpPr>
              <a:cxnSpLocks/>
            </p:cNvCxnSpPr>
            <p:nvPr/>
          </p:nvCxnSpPr>
          <p:spPr>
            <a:xfrm>
              <a:off x="11533707" y="4796498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54EDE12-FA5B-47B5-AB04-3C79EA67A58F}"/>
                </a:ext>
              </a:extLst>
            </p:cNvPr>
            <p:cNvCxnSpPr>
              <a:cxnSpLocks/>
            </p:cNvCxnSpPr>
            <p:nvPr/>
          </p:nvCxnSpPr>
          <p:spPr>
            <a:xfrm>
              <a:off x="11104752" y="4797547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1950B58-099D-4188-B873-A5EE637EBA72}"/>
                </a:ext>
              </a:extLst>
            </p:cNvPr>
            <p:cNvCxnSpPr>
              <a:cxnSpLocks/>
            </p:cNvCxnSpPr>
            <p:nvPr/>
          </p:nvCxnSpPr>
          <p:spPr>
            <a:xfrm>
              <a:off x="11104752" y="3492174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453B29C-9538-4D71-99C0-349F736947E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8283" y="3968880"/>
              <a:ext cx="0" cy="827102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3CB9F088-A73C-45A2-80A8-8F656F63B5D7}"/>
                </a:ext>
              </a:extLst>
            </p:cNvPr>
            <p:cNvGrpSpPr/>
            <p:nvPr/>
          </p:nvGrpSpPr>
          <p:grpSpPr>
            <a:xfrm>
              <a:off x="8948800" y="3983483"/>
              <a:ext cx="1654935" cy="1638549"/>
              <a:chOff x="8127311" y="1637765"/>
              <a:chExt cx="1820428" cy="1802404"/>
            </a:xfrm>
          </p:grpSpPr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3A257AC2-B9F4-42BD-8A61-A14AF81E4DE2}"/>
                  </a:ext>
                </a:extLst>
              </p:cNvPr>
              <p:cNvSpPr/>
              <p:nvPr/>
            </p:nvSpPr>
            <p:spPr>
              <a:xfrm>
                <a:off x="8127311" y="1637765"/>
                <a:ext cx="1820428" cy="1802404"/>
              </a:xfrm>
              <a:prstGeom prst="ellipse">
                <a:avLst/>
              </a:prstGeom>
              <a:pattFill prst="pct20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7" name="Pentagon 216">
                <a:extLst>
                  <a:ext uri="{FF2B5EF4-FFF2-40B4-BE49-F238E27FC236}">
                    <a16:creationId xmlns:a16="http://schemas.microsoft.com/office/drawing/2014/main" id="{740C9BC5-42F8-47FD-9343-C957E6CF2462}"/>
                  </a:ext>
                </a:extLst>
              </p:cNvPr>
              <p:cNvSpPr/>
              <p:nvPr/>
            </p:nvSpPr>
            <p:spPr>
              <a:xfrm>
                <a:off x="8187070" y="1645033"/>
                <a:ext cx="1700911" cy="1619915"/>
              </a:xfrm>
              <a:prstGeom prst="pen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EE7BD78D-33F8-427B-A311-8E40AFECB88E}"/>
                </a:ext>
              </a:extLst>
            </p:cNvPr>
            <p:cNvSpPr/>
            <p:nvPr/>
          </p:nvSpPr>
          <p:spPr>
            <a:xfrm>
              <a:off x="8473694" y="3491162"/>
              <a:ext cx="2612771" cy="2612771"/>
            </a:xfrm>
            <a:prstGeom prst="ellipse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11CCBDEE-EC8B-4B64-A768-3196661DB8B8}"/>
                </a:ext>
              </a:extLst>
            </p:cNvPr>
            <p:cNvSpPr/>
            <p:nvPr/>
          </p:nvSpPr>
          <p:spPr>
            <a:xfrm>
              <a:off x="10073391" y="4072761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223A1081-D694-499F-8C5F-09F5C6345468}"/>
                </a:ext>
              </a:extLst>
            </p:cNvPr>
            <p:cNvSpPr/>
            <p:nvPr/>
          </p:nvSpPr>
          <p:spPr>
            <a:xfrm>
              <a:off x="9784875" y="4991466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E83579D-EA0A-497D-A960-5D8FD8CAFDDF}"/>
                </a:ext>
              </a:extLst>
            </p:cNvPr>
            <p:cNvSpPr/>
            <p:nvPr/>
          </p:nvSpPr>
          <p:spPr>
            <a:xfrm>
              <a:off x="8816643" y="4983910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1AB51FA0-63FD-4FF9-B8FD-485EB309152E}"/>
                </a:ext>
              </a:extLst>
            </p:cNvPr>
            <p:cNvSpPr/>
            <p:nvPr/>
          </p:nvSpPr>
          <p:spPr>
            <a:xfrm>
              <a:off x="8526829" y="4066718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D5E0E30B-ABBD-4F83-9BD1-10D015C1AFE8}"/>
                </a:ext>
              </a:extLst>
            </p:cNvPr>
            <p:cNvSpPr/>
            <p:nvPr/>
          </p:nvSpPr>
          <p:spPr>
            <a:xfrm>
              <a:off x="9296064" y="3491162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3" name="Partial Circle 142">
              <a:extLst>
                <a:ext uri="{FF2B5EF4-FFF2-40B4-BE49-F238E27FC236}">
                  <a16:creationId xmlns:a16="http://schemas.microsoft.com/office/drawing/2014/main" id="{86B13170-78D2-4F9F-91B1-BCC7C3146157}"/>
                </a:ext>
              </a:extLst>
            </p:cNvPr>
            <p:cNvSpPr/>
            <p:nvPr/>
          </p:nvSpPr>
          <p:spPr>
            <a:xfrm>
              <a:off x="9645107" y="3842839"/>
              <a:ext cx="283433" cy="283433"/>
            </a:xfrm>
            <a:prstGeom prst="pie">
              <a:avLst>
                <a:gd name="adj1" fmla="val 5400998"/>
                <a:gd name="adj2" fmla="val 8573686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6" name="Pentagon 205">
              <a:extLst>
                <a:ext uri="{FF2B5EF4-FFF2-40B4-BE49-F238E27FC236}">
                  <a16:creationId xmlns:a16="http://schemas.microsoft.com/office/drawing/2014/main" id="{7575F7B6-4DC4-44B8-9B82-FA47FDD2DA32}"/>
                </a:ext>
              </a:extLst>
            </p:cNvPr>
            <p:cNvSpPr/>
            <p:nvPr/>
          </p:nvSpPr>
          <p:spPr>
            <a:xfrm>
              <a:off x="9009219" y="3988434"/>
              <a:ext cx="1546283" cy="1472650"/>
            </a:xfrm>
            <a:prstGeom prst="pentagon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82AC476-C16B-4E9F-B224-10AB9C4BEACE}"/>
                </a:ext>
              </a:extLst>
            </p:cNvPr>
            <p:cNvSpPr/>
            <p:nvPr/>
          </p:nvSpPr>
          <p:spPr>
            <a:xfrm>
              <a:off x="8992845" y="4527942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133BA227-81C3-4E2F-9322-38AF391FCEE6}"/>
                </a:ext>
              </a:extLst>
            </p:cNvPr>
            <p:cNvSpPr/>
            <p:nvPr/>
          </p:nvSpPr>
          <p:spPr>
            <a:xfrm>
              <a:off x="9282659" y="5445134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961DFA45-6B6D-4060-8088-039F2FF14482}"/>
                </a:ext>
              </a:extLst>
            </p:cNvPr>
            <p:cNvSpPr/>
            <p:nvPr/>
          </p:nvSpPr>
          <p:spPr>
            <a:xfrm>
              <a:off x="10250891" y="545268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61E29CE8-BA0A-4DE6-8BFD-89725D106009}"/>
                </a:ext>
              </a:extLst>
            </p:cNvPr>
            <p:cNvSpPr/>
            <p:nvPr/>
          </p:nvSpPr>
          <p:spPr>
            <a:xfrm>
              <a:off x="10539407" y="4533984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60C2C2A3-D038-49F0-A752-26108E873033}"/>
                </a:ext>
              </a:extLst>
            </p:cNvPr>
            <p:cNvSpPr/>
            <p:nvPr/>
          </p:nvSpPr>
          <p:spPr>
            <a:xfrm>
              <a:off x="8522783" y="3491162"/>
              <a:ext cx="2514594" cy="2458752"/>
            </a:xfrm>
            <a:custGeom>
              <a:avLst/>
              <a:gdLst>
                <a:gd name="connsiteX0" fmla="*/ 1253251 w 2514594"/>
                <a:gd name="connsiteY0" fmla="*/ 0 h 2458752"/>
                <a:gd name="connsiteX1" fmla="*/ 1737267 w 2514594"/>
                <a:gd name="connsiteY1" fmla="*/ 479224 h 2458752"/>
                <a:gd name="connsiteX2" fmla="*/ 1654605 w 2514594"/>
                <a:gd name="connsiteY2" fmla="*/ 747163 h 2458752"/>
                <a:gd name="connsiteX3" fmla="*/ 1633616 w 2514594"/>
                <a:gd name="connsiteY3" fmla="*/ 772349 h 2458752"/>
                <a:gd name="connsiteX4" fmla="*/ 1641535 w 2514594"/>
                <a:gd name="connsiteY4" fmla="*/ 778111 h 2458752"/>
                <a:gd name="connsiteX5" fmla="*/ 1688327 w 2514594"/>
                <a:gd name="connsiteY5" fmla="*/ 721961 h 2458752"/>
                <a:gd name="connsiteX6" fmla="*/ 2030578 w 2514594"/>
                <a:gd name="connsiteY6" fmla="*/ 581599 h 2458752"/>
                <a:gd name="connsiteX7" fmla="*/ 2514594 w 2514594"/>
                <a:gd name="connsiteY7" fmla="*/ 1060823 h 2458752"/>
                <a:gd name="connsiteX8" fmla="*/ 2030578 w 2514594"/>
                <a:gd name="connsiteY8" fmla="*/ 1540047 h 2458752"/>
                <a:gd name="connsiteX9" fmla="*/ 1933032 w 2514594"/>
                <a:gd name="connsiteY9" fmla="*/ 1530311 h 2458752"/>
                <a:gd name="connsiteX10" fmla="*/ 1881168 w 2514594"/>
                <a:gd name="connsiteY10" fmla="*/ 1514371 h 2458752"/>
                <a:gd name="connsiteX11" fmla="*/ 1878678 w 2514594"/>
                <a:gd name="connsiteY11" fmla="*/ 1522048 h 2458752"/>
                <a:gd name="connsiteX12" fmla="*/ 1930463 w 2514594"/>
                <a:gd name="connsiteY12" fmla="*/ 1537964 h 2458752"/>
                <a:gd name="connsiteX13" fmla="*/ 2226078 w 2514594"/>
                <a:gd name="connsiteY13" fmla="*/ 1979528 h 2458752"/>
                <a:gd name="connsiteX14" fmla="*/ 1742062 w 2514594"/>
                <a:gd name="connsiteY14" fmla="*/ 2458752 h 2458752"/>
                <a:gd name="connsiteX15" fmla="*/ 1258046 w 2514594"/>
                <a:gd name="connsiteY15" fmla="*/ 1979528 h 2458752"/>
                <a:gd name="connsiteX16" fmla="*/ 1259024 w 2514594"/>
                <a:gd name="connsiteY16" fmla="*/ 1969918 h 2458752"/>
                <a:gd name="connsiteX17" fmla="*/ 1257637 w 2514594"/>
                <a:gd name="connsiteY17" fmla="*/ 1969918 h 2458752"/>
                <a:gd name="connsiteX18" fmla="*/ 1257846 w 2514594"/>
                <a:gd name="connsiteY18" fmla="*/ 1971972 h 2458752"/>
                <a:gd name="connsiteX19" fmla="*/ 773830 w 2514594"/>
                <a:gd name="connsiteY19" fmla="*/ 2451196 h 2458752"/>
                <a:gd name="connsiteX20" fmla="*/ 289814 w 2514594"/>
                <a:gd name="connsiteY20" fmla="*/ 1971972 h 2458752"/>
                <a:gd name="connsiteX21" fmla="*/ 585429 w 2514594"/>
                <a:gd name="connsiteY21" fmla="*/ 1530408 h 2458752"/>
                <a:gd name="connsiteX22" fmla="*/ 630594 w 2514594"/>
                <a:gd name="connsiteY22" fmla="*/ 1516527 h 2458752"/>
                <a:gd name="connsiteX23" fmla="*/ 628432 w 2514594"/>
                <a:gd name="connsiteY23" fmla="*/ 1509863 h 2458752"/>
                <a:gd name="connsiteX24" fmla="*/ 581562 w 2514594"/>
                <a:gd name="connsiteY24" fmla="*/ 1524268 h 2458752"/>
                <a:gd name="connsiteX25" fmla="*/ 484016 w 2514594"/>
                <a:gd name="connsiteY25" fmla="*/ 1534004 h 2458752"/>
                <a:gd name="connsiteX26" fmla="*/ 0 w 2514594"/>
                <a:gd name="connsiteY26" fmla="*/ 1054780 h 2458752"/>
                <a:gd name="connsiteX27" fmla="*/ 484016 w 2514594"/>
                <a:gd name="connsiteY27" fmla="*/ 575556 h 2458752"/>
                <a:gd name="connsiteX28" fmla="*/ 826267 w 2514594"/>
                <a:gd name="connsiteY28" fmla="*/ 715918 h 2458752"/>
                <a:gd name="connsiteX29" fmla="*/ 851114 w 2514594"/>
                <a:gd name="connsiteY29" fmla="*/ 745734 h 2458752"/>
                <a:gd name="connsiteX30" fmla="*/ 807271 w 2514594"/>
                <a:gd name="connsiteY30" fmla="*/ 665760 h 2458752"/>
                <a:gd name="connsiteX31" fmla="*/ 769235 w 2514594"/>
                <a:gd name="connsiteY31" fmla="*/ 479224 h 2458752"/>
                <a:gd name="connsiteX32" fmla="*/ 1253251 w 2514594"/>
                <a:gd name="connsiteY32" fmla="*/ 0 h 245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14594" h="2458752">
                  <a:moveTo>
                    <a:pt x="1253251" y="0"/>
                  </a:moveTo>
                  <a:cubicBezTo>
                    <a:pt x="1520566" y="0"/>
                    <a:pt x="1737267" y="214556"/>
                    <a:pt x="1737267" y="479224"/>
                  </a:cubicBezTo>
                  <a:cubicBezTo>
                    <a:pt x="1737267" y="578474"/>
                    <a:pt x="1706793" y="670678"/>
                    <a:pt x="1654605" y="747163"/>
                  </a:cubicBezTo>
                  <a:lnTo>
                    <a:pt x="1633616" y="772349"/>
                  </a:lnTo>
                  <a:lnTo>
                    <a:pt x="1641535" y="778111"/>
                  </a:lnTo>
                  <a:lnTo>
                    <a:pt x="1688327" y="721961"/>
                  </a:lnTo>
                  <a:cubicBezTo>
                    <a:pt x="1775917" y="635238"/>
                    <a:pt x="1896920" y="581599"/>
                    <a:pt x="2030578" y="581599"/>
                  </a:cubicBezTo>
                  <a:cubicBezTo>
                    <a:pt x="2297893" y="581599"/>
                    <a:pt x="2514594" y="796155"/>
                    <a:pt x="2514594" y="1060823"/>
                  </a:cubicBezTo>
                  <a:cubicBezTo>
                    <a:pt x="2514594" y="1325491"/>
                    <a:pt x="2297893" y="1540047"/>
                    <a:pt x="2030578" y="1540047"/>
                  </a:cubicBezTo>
                  <a:cubicBezTo>
                    <a:pt x="1997164" y="1540047"/>
                    <a:pt x="1964540" y="1536695"/>
                    <a:pt x="1933032" y="1530311"/>
                  </a:cubicBezTo>
                  <a:lnTo>
                    <a:pt x="1881168" y="1514371"/>
                  </a:lnTo>
                  <a:lnTo>
                    <a:pt x="1878678" y="1522048"/>
                  </a:lnTo>
                  <a:lnTo>
                    <a:pt x="1930463" y="1537964"/>
                  </a:lnTo>
                  <a:cubicBezTo>
                    <a:pt x="2104184" y="1610714"/>
                    <a:pt x="2226078" y="1781027"/>
                    <a:pt x="2226078" y="1979528"/>
                  </a:cubicBezTo>
                  <a:cubicBezTo>
                    <a:pt x="2226078" y="2244196"/>
                    <a:pt x="2009377" y="2458752"/>
                    <a:pt x="1742062" y="2458752"/>
                  </a:cubicBezTo>
                  <a:cubicBezTo>
                    <a:pt x="1474747" y="2458752"/>
                    <a:pt x="1258046" y="2244196"/>
                    <a:pt x="1258046" y="1979528"/>
                  </a:cubicBezTo>
                  <a:lnTo>
                    <a:pt x="1259024" y="1969918"/>
                  </a:lnTo>
                  <a:lnTo>
                    <a:pt x="1257637" y="1969918"/>
                  </a:lnTo>
                  <a:lnTo>
                    <a:pt x="1257846" y="1971972"/>
                  </a:lnTo>
                  <a:cubicBezTo>
                    <a:pt x="1257846" y="2236640"/>
                    <a:pt x="1041145" y="2451196"/>
                    <a:pt x="773830" y="2451196"/>
                  </a:cubicBezTo>
                  <a:cubicBezTo>
                    <a:pt x="506515" y="2451196"/>
                    <a:pt x="289814" y="2236640"/>
                    <a:pt x="289814" y="1971972"/>
                  </a:cubicBezTo>
                  <a:cubicBezTo>
                    <a:pt x="289814" y="1773471"/>
                    <a:pt x="411708" y="1603158"/>
                    <a:pt x="585429" y="1530408"/>
                  </a:cubicBezTo>
                  <a:lnTo>
                    <a:pt x="630594" y="1516527"/>
                  </a:lnTo>
                  <a:lnTo>
                    <a:pt x="628432" y="1509863"/>
                  </a:lnTo>
                  <a:lnTo>
                    <a:pt x="581562" y="1524268"/>
                  </a:lnTo>
                  <a:cubicBezTo>
                    <a:pt x="550054" y="1530652"/>
                    <a:pt x="517430" y="1534004"/>
                    <a:pt x="484016" y="1534004"/>
                  </a:cubicBezTo>
                  <a:cubicBezTo>
                    <a:pt x="216701" y="1534004"/>
                    <a:pt x="0" y="1319448"/>
                    <a:pt x="0" y="1054780"/>
                  </a:cubicBezTo>
                  <a:cubicBezTo>
                    <a:pt x="0" y="790112"/>
                    <a:pt x="216701" y="575556"/>
                    <a:pt x="484016" y="575556"/>
                  </a:cubicBezTo>
                  <a:cubicBezTo>
                    <a:pt x="617674" y="575556"/>
                    <a:pt x="738678" y="629195"/>
                    <a:pt x="826267" y="715918"/>
                  </a:cubicBezTo>
                  <a:lnTo>
                    <a:pt x="851114" y="745734"/>
                  </a:lnTo>
                  <a:lnTo>
                    <a:pt x="807271" y="665760"/>
                  </a:lnTo>
                  <a:cubicBezTo>
                    <a:pt x="782779" y="608426"/>
                    <a:pt x="769235" y="545391"/>
                    <a:pt x="769235" y="479224"/>
                  </a:cubicBezTo>
                  <a:cubicBezTo>
                    <a:pt x="769235" y="214556"/>
                    <a:pt x="985936" y="0"/>
                    <a:pt x="1253251" y="0"/>
                  </a:cubicBezTo>
                  <a:close/>
                </a:path>
              </a:pathLst>
            </a:cu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003616DA-F3F0-482F-8CCF-3357894BE282}"/>
                </a:ext>
              </a:extLst>
            </p:cNvPr>
            <p:cNvCxnSpPr>
              <a:cxnSpLocks/>
              <a:stCxn id="206" idx="0"/>
              <a:endCxn id="223" idx="0"/>
            </p:cNvCxnSpPr>
            <p:nvPr/>
          </p:nvCxnSpPr>
          <p:spPr>
            <a:xfrm flipH="1">
              <a:off x="9780080" y="3988434"/>
              <a:ext cx="2281" cy="791113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9A58CA78-8412-4ACB-A7CD-D09C8D1BDE7A}"/>
                </a:ext>
              </a:extLst>
            </p:cNvPr>
            <p:cNvSpPr/>
            <p:nvPr/>
          </p:nvSpPr>
          <p:spPr>
            <a:xfrm>
              <a:off x="9767904" y="3957228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FAC67356-ECFD-4708-BFE2-7313555EAAD0}"/>
                </a:ext>
              </a:extLst>
            </p:cNvPr>
            <p:cNvSpPr/>
            <p:nvPr/>
          </p:nvSpPr>
          <p:spPr>
            <a:xfrm>
              <a:off x="9762080" y="477954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C42CF91-B669-4E0C-A957-AFD5CAE7CFFD}"/>
                </a:ext>
              </a:extLst>
            </p:cNvPr>
            <p:cNvCxnSpPr>
              <a:cxnSpLocks/>
            </p:cNvCxnSpPr>
            <p:nvPr/>
          </p:nvCxnSpPr>
          <p:spPr>
            <a:xfrm>
              <a:off x="9762080" y="3491162"/>
              <a:ext cx="174727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7E7FD99-8D74-4BE3-AD60-41109F6E4C1E}"/>
                </a:ext>
              </a:extLst>
            </p:cNvPr>
            <p:cNvCxnSpPr>
              <a:cxnSpLocks/>
            </p:cNvCxnSpPr>
            <p:nvPr/>
          </p:nvCxnSpPr>
          <p:spPr>
            <a:xfrm>
              <a:off x="9762080" y="4797547"/>
              <a:ext cx="174727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E15AFBD-1D28-4E10-A608-A4924EF31652}"/>
                </a:ext>
              </a:extLst>
            </p:cNvPr>
            <p:cNvCxnSpPr>
              <a:cxnSpLocks/>
            </p:cNvCxnSpPr>
            <p:nvPr/>
          </p:nvCxnSpPr>
          <p:spPr>
            <a:xfrm>
              <a:off x="9787481" y="3969928"/>
              <a:ext cx="1272458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E1F9153-DB9C-45C0-A760-3B6A165393DC}"/>
                </a:ext>
              </a:extLst>
            </p:cNvPr>
            <p:cNvSpPr txBox="1"/>
            <p:nvPr/>
          </p:nvSpPr>
          <p:spPr>
            <a:xfrm>
              <a:off x="8942180" y="3779475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2r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49F55BA-3AED-48EA-8347-9596E51772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6810" y="3801146"/>
              <a:ext cx="783104" cy="565029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B5D7F22-C135-463B-A7EF-7E883196249E}"/>
                </a:ext>
              </a:extLst>
            </p:cNvPr>
            <p:cNvCxnSpPr>
              <a:cxnSpLocks/>
            </p:cNvCxnSpPr>
            <p:nvPr/>
          </p:nvCxnSpPr>
          <p:spPr>
            <a:xfrm rot="19380000">
              <a:off x="8954987" y="4391717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99045387-137D-43D0-B5D6-49D944A84649}"/>
                </a:ext>
              </a:extLst>
            </p:cNvPr>
            <p:cNvCxnSpPr>
              <a:cxnSpLocks/>
            </p:cNvCxnSpPr>
            <p:nvPr/>
          </p:nvCxnSpPr>
          <p:spPr>
            <a:xfrm rot="3180000">
              <a:off x="8811946" y="4374610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6FFA2B9-CB1E-4DC3-B636-9F388D614C71}"/>
                </a:ext>
              </a:extLst>
            </p:cNvPr>
            <p:cNvCxnSpPr>
              <a:cxnSpLocks/>
            </p:cNvCxnSpPr>
            <p:nvPr/>
          </p:nvCxnSpPr>
          <p:spPr>
            <a:xfrm rot="19380000">
              <a:off x="9733690" y="3822499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10A5F38-60BF-4BC8-A96A-4BA0B5ECA594}"/>
                </a:ext>
              </a:extLst>
            </p:cNvPr>
            <p:cNvCxnSpPr>
              <a:cxnSpLocks/>
            </p:cNvCxnSpPr>
            <p:nvPr/>
          </p:nvCxnSpPr>
          <p:spPr>
            <a:xfrm rot="3180000">
              <a:off x="9578710" y="3788641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7B8EFEED-6CAF-42B6-B521-62777C359F21}"/>
                    </a:ext>
                  </a:extLst>
                </p:cNvPr>
                <p:cNvSpPr txBox="1"/>
                <p:nvPr/>
              </p:nvSpPr>
              <p:spPr>
                <a:xfrm>
                  <a:off x="9461014" y="4049029"/>
                  <a:ext cx="4214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TW" altLang="en-US" sz="105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7B8EFEED-6CAF-42B6-B521-62777C359F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1014" y="4049029"/>
                  <a:ext cx="421488" cy="2616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974AD4C-6807-47CA-B9B1-1FD9D73762A9}"/>
                </a:ext>
              </a:extLst>
            </p:cNvPr>
            <p:cNvSpPr txBox="1"/>
            <p:nvPr/>
          </p:nvSpPr>
          <p:spPr>
            <a:xfrm>
              <a:off x="8256407" y="5849621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025415E3-F758-45BE-B792-4C2E0082A059}"/>
                </a:ext>
              </a:extLst>
            </p:cNvPr>
            <p:cNvSpPr txBox="1"/>
            <p:nvPr/>
          </p:nvSpPr>
          <p:spPr>
            <a:xfrm>
              <a:off x="10893702" y="5285753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210" name="Wave 97">
              <a:extLst>
                <a:ext uri="{FF2B5EF4-FFF2-40B4-BE49-F238E27FC236}">
                  <a16:creationId xmlns:a16="http://schemas.microsoft.com/office/drawing/2014/main" id="{BD5DB084-B362-4C38-9F56-5D673082CC68}"/>
                </a:ext>
              </a:extLst>
            </p:cNvPr>
            <p:cNvSpPr/>
            <p:nvPr/>
          </p:nvSpPr>
          <p:spPr>
            <a:xfrm rot="4310759">
              <a:off x="10623110" y="5208700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1" name="Wave 97">
              <a:extLst>
                <a:ext uri="{FF2B5EF4-FFF2-40B4-BE49-F238E27FC236}">
                  <a16:creationId xmlns:a16="http://schemas.microsoft.com/office/drawing/2014/main" id="{1538EC93-2263-4F8F-859D-51318643DE39}"/>
                </a:ext>
              </a:extLst>
            </p:cNvPr>
            <p:cNvSpPr/>
            <p:nvPr/>
          </p:nvSpPr>
          <p:spPr>
            <a:xfrm rot="17289241" flipH="1">
              <a:off x="8372615" y="5763706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2B17FE6-965F-48E7-AE2D-DEE9EB5DD095}"/>
              </a:ext>
            </a:extLst>
          </p:cNvPr>
          <p:cNvGrpSpPr/>
          <p:nvPr/>
        </p:nvGrpSpPr>
        <p:grpSpPr>
          <a:xfrm>
            <a:off x="5103056" y="-627835"/>
            <a:ext cx="2814099" cy="3573935"/>
            <a:chOff x="5103056" y="-627835"/>
            <a:chExt cx="2814099" cy="3573935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D0070040-5232-440E-935F-8EEA1D0BC06E}"/>
                </a:ext>
              </a:extLst>
            </p:cNvPr>
            <p:cNvGrpSpPr/>
            <p:nvPr/>
          </p:nvGrpSpPr>
          <p:grpSpPr>
            <a:xfrm>
              <a:off x="5103056" y="126454"/>
              <a:ext cx="2814099" cy="2819646"/>
              <a:chOff x="8337914" y="2335973"/>
              <a:chExt cx="2814099" cy="2819646"/>
            </a:xfrm>
          </p:grpSpPr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2720E1F-9263-4B6F-A9B0-8A4A7A8FC895}"/>
                  </a:ext>
                </a:extLst>
              </p:cNvPr>
              <p:cNvSpPr txBox="1"/>
              <p:nvPr/>
            </p:nvSpPr>
            <p:spPr>
              <a:xfrm>
                <a:off x="8337914" y="4720982"/>
                <a:ext cx="421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endParaRPr lang="zh-TW" altLang="en-US" i="1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6B1C5A0B-1B72-4066-9B81-6B6905E810CE}"/>
                  </a:ext>
                </a:extLst>
              </p:cNvPr>
              <p:cNvSpPr/>
              <p:nvPr/>
            </p:nvSpPr>
            <p:spPr>
              <a:xfrm>
                <a:off x="8539242" y="2335973"/>
                <a:ext cx="2612771" cy="2612771"/>
              </a:xfrm>
              <a:prstGeom prst="ellipse">
                <a:avLst/>
              </a:prstGeom>
              <a:pattFill prst="pct30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822941EF-C050-4D4E-976E-21ABED92547E}"/>
                  </a:ext>
                </a:extLst>
              </p:cNvPr>
              <p:cNvSpPr/>
              <p:nvPr/>
            </p:nvSpPr>
            <p:spPr>
              <a:xfrm>
                <a:off x="8730497" y="2527228"/>
                <a:ext cx="1306800" cy="1306800"/>
              </a:xfrm>
              <a:prstGeom prst="ellipse">
                <a:avLst/>
              </a:prstGeom>
              <a:pattFill prst="pct10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1F6B663E-A2C5-470A-9FA9-9AB40198993D}"/>
                  </a:ext>
                </a:extLst>
              </p:cNvPr>
              <p:cNvSpPr/>
              <p:nvPr/>
            </p:nvSpPr>
            <p:spPr>
              <a:xfrm>
                <a:off x="9653958" y="3450688"/>
                <a:ext cx="1306800" cy="1306800"/>
              </a:xfrm>
              <a:prstGeom prst="ellipse">
                <a:avLst/>
              </a:prstGeom>
              <a:pattFill prst="pct10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BB0E696C-683F-42FC-8190-D5A3289D7DB1}"/>
                  </a:ext>
                </a:extLst>
              </p:cNvPr>
              <p:cNvSpPr/>
              <p:nvPr/>
            </p:nvSpPr>
            <p:spPr>
              <a:xfrm>
                <a:off x="8730497" y="2527228"/>
                <a:ext cx="2230261" cy="2230260"/>
              </a:xfrm>
              <a:custGeom>
                <a:avLst/>
                <a:gdLst>
                  <a:gd name="connsiteX0" fmla="*/ 653400 w 2230261"/>
                  <a:gd name="connsiteY0" fmla="*/ 0 h 2230260"/>
                  <a:gd name="connsiteX1" fmla="*/ 1306800 w 2230261"/>
                  <a:gd name="connsiteY1" fmla="*/ 653400 h 2230260"/>
                  <a:gd name="connsiteX2" fmla="*/ 1195210 w 2230261"/>
                  <a:gd name="connsiteY2" fmla="*/ 1018722 h 2230260"/>
                  <a:gd name="connsiteX3" fmla="*/ 1118191 w 2230261"/>
                  <a:gd name="connsiteY3" fmla="*/ 1112069 h 2230260"/>
                  <a:gd name="connsiteX4" fmla="*/ 1211539 w 2230261"/>
                  <a:gd name="connsiteY4" fmla="*/ 1035051 h 2230260"/>
                  <a:gd name="connsiteX5" fmla="*/ 1576861 w 2230261"/>
                  <a:gd name="connsiteY5" fmla="*/ 923460 h 2230260"/>
                  <a:gd name="connsiteX6" fmla="*/ 2230261 w 2230261"/>
                  <a:gd name="connsiteY6" fmla="*/ 1576860 h 2230260"/>
                  <a:gd name="connsiteX7" fmla="*/ 1576861 w 2230261"/>
                  <a:gd name="connsiteY7" fmla="*/ 2230260 h 2230260"/>
                  <a:gd name="connsiteX8" fmla="*/ 923461 w 2230261"/>
                  <a:gd name="connsiteY8" fmla="*/ 1576860 h 2230260"/>
                  <a:gd name="connsiteX9" fmla="*/ 1035051 w 2230261"/>
                  <a:gd name="connsiteY9" fmla="*/ 1211538 h 2230260"/>
                  <a:gd name="connsiteX10" fmla="*/ 1112070 w 2230261"/>
                  <a:gd name="connsiteY10" fmla="*/ 1118191 h 2230260"/>
                  <a:gd name="connsiteX11" fmla="*/ 1018722 w 2230261"/>
                  <a:gd name="connsiteY11" fmla="*/ 1195210 h 2230260"/>
                  <a:gd name="connsiteX12" fmla="*/ 653400 w 2230261"/>
                  <a:gd name="connsiteY12" fmla="*/ 1306800 h 2230260"/>
                  <a:gd name="connsiteX13" fmla="*/ 0 w 2230261"/>
                  <a:gd name="connsiteY13" fmla="*/ 653400 h 2230260"/>
                  <a:gd name="connsiteX14" fmla="*/ 653400 w 2230261"/>
                  <a:gd name="connsiteY14" fmla="*/ 0 h 223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30261" h="2230260">
                    <a:moveTo>
                      <a:pt x="653400" y="0"/>
                    </a:moveTo>
                    <a:cubicBezTo>
                      <a:pt x="1014263" y="0"/>
                      <a:pt x="1306800" y="292537"/>
                      <a:pt x="1306800" y="653400"/>
                    </a:cubicBezTo>
                    <a:cubicBezTo>
                      <a:pt x="1306800" y="788724"/>
                      <a:pt x="1265662" y="914439"/>
                      <a:pt x="1195210" y="1018722"/>
                    </a:cubicBezTo>
                    <a:lnTo>
                      <a:pt x="1118191" y="1112069"/>
                    </a:lnTo>
                    <a:lnTo>
                      <a:pt x="1211539" y="1035051"/>
                    </a:lnTo>
                    <a:cubicBezTo>
                      <a:pt x="1315822" y="964598"/>
                      <a:pt x="1441537" y="923460"/>
                      <a:pt x="1576861" y="923460"/>
                    </a:cubicBezTo>
                    <a:cubicBezTo>
                      <a:pt x="1937724" y="923460"/>
                      <a:pt x="2230261" y="1215997"/>
                      <a:pt x="2230261" y="1576860"/>
                    </a:cubicBezTo>
                    <a:cubicBezTo>
                      <a:pt x="2230261" y="1937723"/>
                      <a:pt x="1937724" y="2230260"/>
                      <a:pt x="1576861" y="2230260"/>
                    </a:cubicBezTo>
                    <a:cubicBezTo>
                      <a:pt x="1215998" y="2230260"/>
                      <a:pt x="923461" y="1937723"/>
                      <a:pt x="923461" y="1576860"/>
                    </a:cubicBezTo>
                    <a:cubicBezTo>
                      <a:pt x="923461" y="1441537"/>
                      <a:pt x="964599" y="1315821"/>
                      <a:pt x="1035051" y="1211538"/>
                    </a:cubicBezTo>
                    <a:lnTo>
                      <a:pt x="1112070" y="1118191"/>
                    </a:lnTo>
                    <a:lnTo>
                      <a:pt x="1018722" y="1195210"/>
                    </a:lnTo>
                    <a:cubicBezTo>
                      <a:pt x="914439" y="1265662"/>
                      <a:pt x="788724" y="1306800"/>
                      <a:pt x="653400" y="1306800"/>
                    </a:cubicBezTo>
                    <a:cubicBezTo>
                      <a:pt x="292537" y="1306800"/>
                      <a:pt x="0" y="1014263"/>
                      <a:pt x="0" y="653400"/>
                    </a:cubicBezTo>
                    <a:cubicBezTo>
                      <a:pt x="0" y="292537"/>
                      <a:pt x="292537" y="0"/>
                      <a:pt x="653400" y="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23120AC9-B5EA-4FB3-BA7F-736FC11614ED}"/>
                  </a:ext>
                </a:extLst>
              </p:cNvPr>
              <p:cNvSpPr/>
              <p:nvPr/>
            </p:nvSpPr>
            <p:spPr>
              <a:xfrm>
                <a:off x="10289358" y="4086088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7FB2CC54-E9D9-43B2-9A2C-F87DAB21A91A}"/>
                  </a:ext>
                </a:extLst>
              </p:cNvPr>
              <p:cNvSpPr/>
              <p:nvPr/>
            </p:nvSpPr>
            <p:spPr>
              <a:xfrm>
                <a:off x="9365897" y="3162628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CE464F10-D85B-4530-A576-D8778287AB52}"/>
                  </a:ext>
                </a:extLst>
              </p:cNvPr>
              <p:cNvCxnSpPr>
                <a:cxnSpLocks/>
                <a:endCxn id="118" idx="5"/>
              </p:cNvCxnSpPr>
              <p:nvPr/>
            </p:nvCxnSpPr>
            <p:spPr>
              <a:xfrm>
                <a:off x="9401897" y="3198628"/>
                <a:ext cx="444024" cy="444024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578203A0-1CEC-4B52-B0AC-E3D9D0313A97}"/>
                  </a:ext>
                </a:extLst>
              </p:cNvPr>
              <p:cNvSpPr/>
              <p:nvPr/>
            </p:nvSpPr>
            <p:spPr>
              <a:xfrm>
                <a:off x="9827628" y="3624358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CC00E6F-12E3-4E20-A740-1ED231C183AE}"/>
                  </a:ext>
                </a:extLst>
              </p:cNvPr>
              <p:cNvSpPr txBox="1"/>
              <p:nvPr/>
            </p:nvSpPr>
            <p:spPr>
              <a:xfrm>
                <a:off x="9369958" y="4786287"/>
                <a:ext cx="421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endParaRPr lang="zh-TW" altLang="en-US" i="1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132" name="Wave 97">
                <a:extLst>
                  <a:ext uri="{FF2B5EF4-FFF2-40B4-BE49-F238E27FC236}">
                    <a16:creationId xmlns:a16="http://schemas.microsoft.com/office/drawing/2014/main" id="{DF15EEB2-4B87-4E41-B387-49000FB3FE20}"/>
                  </a:ext>
                </a:extLst>
              </p:cNvPr>
              <p:cNvSpPr/>
              <p:nvPr/>
            </p:nvSpPr>
            <p:spPr>
              <a:xfrm rot="17289241" flipH="1">
                <a:off x="9436335" y="4701967"/>
                <a:ext cx="516155" cy="70089"/>
              </a:xfrm>
              <a:custGeom>
                <a:avLst/>
                <a:gdLst>
                  <a:gd name="connsiteX0" fmla="*/ 0 w 914400"/>
                  <a:gd name="connsiteY0" fmla="*/ 114300 h 914400"/>
                  <a:gd name="connsiteX1" fmla="*/ 914400 w 914400"/>
                  <a:gd name="connsiteY1" fmla="*/ 114300 h 914400"/>
                  <a:gd name="connsiteX2" fmla="*/ 914400 w 914400"/>
                  <a:gd name="connsiteY2" fmla="*/ 800100 h 914400"/>
                  <a:gd name="connsiteX3" fmla="*/ 0 w 914400"/>
                  <a:gd name="connsiteY3" fmla="*/ 800100 h 914400"/>
                  <a:gd name="connsiteX4" fmla="*/ 0 w 914400"/>
                  <a:gd name="connsiteY4" fmla="*/ 114300 h 914400"/>
                  <a:gd name="connsiteX0" fmla="*/ 0 w 914400"/>
                  <a:gd name="connsiteY0" fmla="*/ 795786 h 906653"/>
                  <a:gd name="connsiteX1" fmla="*/ 0 w 914400"/>
                  <a:gd name="connsiteY1" fmla="*/ 109986 h 906653"/>
                  <a:gd name="connsiteX2" fmla="*/ 914400 w 914400"/>
                  <a:gd name="connsiteY2" fmla="*/ 109986 h 906653"/>
                  <a:gd name="connsiteX3" fmla="*/ 914400 w 914400"/>
                  <a:gd name="connsiteY3" fmla="*/ 795786 h 906653"/>
                  <a:gd name="connsiteX4" fmla="*/ 91440 w 914400"/>
                  <a:gd name="connsiteY4" fmla="*/ 887226 h 906653"/>
                  <a:gd name="connsiteX0" fmla="*/ 0 w 914400"/>
                  <a:gd name="connsiteY0" fmla="*/ 795786 h 795786"/>
                  <a:gd name="connsiteX1" fmla="*/ 0 w 914400"/>
                  <a:gd name="connsiteY1" fmla="*/ 109986 h 795786"/>
                  <a:gd name="connsiteX2" fmla="*/ 914400 w 914400"/>
                  <a:gd name="connsiteY2" fmla="*/ 109986 h 795786"/>
                  <a:gd name="connsiteX3" fmla="*/ 914400 w 914400"/>
                  <a:gd name="connsiteY3" fmla="*/ 795786 h 795786"/>
                  <a:gd name="connsiteX0" fmla="*/ 0 w 914400"/>
                  <a:gd name="connsiteY0" fmla="*/ 795786 h 795786"/>
                  <a:gd name="connsiteX1" fmla="*/ 0 w 914400"/>
                  <a:gd name="connsiteY1" fmla="*/ 109986 h 795786"/>
                  <a:gd name="connsiteX2" fmla="*/ 914400 w 914400"/>
                  <a:gd name="connsiteY2" fmla="*/ 109986 h 795786"/>
                  <a:gd name="connsiteX0" fmla="*/ 0 w 914400"/>
                  <a:gd name="connsiteY0" fmla="*/ 109986 h 219971"/>
                  <a:gd name="connsiteX1" fmla="*/ 914400 w 914400"/>
                  <a:gd name="connsiteY1" fmla="*/ 109986 h 21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4400" h="219971">
                    <a:moveTo>
                      <a:pt x="0" y="109986"/>
                    </a:moveTo>
                    <a:cubicBezTo>
                      <a:pt x="304800" y="-271014"/>
                      <a:pt x="609600" y="490986"/>
                      <a:pt x="914400" y="109986"/>
                    </a:cubicBezTo>
                  </a:path>
                </a:pathLst>
              </a:cu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4" name="Wave 97">
                <a:extLst>
                  <a:ext uri="{FF2B5EF4-FFF2-40B4-BE49-F238E27FC236}">
                    <a16:creationId xmlns:a16="http://schemas.microsoft.com/office/drawing/2014/main" id="{4D841F0B-F358-498B-89E9-BDC84522C5BB}"/>
                  </a:ext>
                </a:extLst>
              </p:cNvPr>
              <p:cNvSpPr/>
              <p:nvPr/>
            </p:nvSpPr>
            <p:spPr>
              <a:xfrm rot="17289241" flipH="1">
                <a:off x="8454122" y="4635067"/>
                <a:ext cx="516155" cy="70089"/>
              </a:xfrm>
              <a:custGeom>
                <a:avLst/>
                <a:gdLst>
                  <a:gd name="connsiteX0" fmla="*/ 0 w 914400"/>
                  <a:gd name="connsiteY0" fmla="*/ 114300 h 914400"/>
                  <a:gd name="connsiteX1" fmla="*/ 914400 w 914400"/>
                  <a:gd name="connsiteY1" fmla="*/ 114300 h 914400"/>
                  <a:gd name="connsiteX2" fmla="*/ 914400 w 914400"/>
                  <a:gd name="connsiteY2" fmla="*/ 800100 h 914400"/>
                  <a:gd name="connsiteX3" fmla="*/ 0 w 914400"/>
                  <a:gd name="connsiteY3" fmla="*/ 800100 h 914400"/>
                  <a:gd name="connsiteX4" fmla="*/ 0 w 914400"/>
                  <a:gd name="connsiteY4" fmla="*/ 114300 h 914400"/>
                  <a:gd name="connsiteX0" fmla="*/ 0 w 914400"/>
                  <a:gd name="connsiteY0" fmla="*/ 795786 h 906653"/>
                  <a:gd name="connsiteX1" fmla="*/ 0 w 914400"/>
                  <a:gd name="connsiteY1" fmla="*/ 109986 h 906653"/>
                  <a:gd name="connsiteX2" fmla="*/ 914400 w 914400"/>
                  <a:gd name="connsiteY2" fmla="*/ 109986 h 906653"/>
                  <a:gd name="connsiteX3" fmla="*/ 914400 w 914400"/>
                  <a:gd name="connsiteY3" fmla="*/ 795786 h 906653"/>
                  <a:gd name="connsiteX4" fmla="*/ 91440 w 914400"/>
                  <a:gd name="connsiteY4" fmla="*/ 887226 h 906653"/>
                  <a:gd name="connsiteX0" fmla="*/ 0 w 914400"/>
                  <a:gd name="connsiteY0" fmla="*/ 795786 h 795786"/>
                  <a:gd name="connsiteX1" fmla="*/ 0 w 914400"/>
                  <a:gd name="connsiteY1" fmla="*/ 109986 h 795786"/>
                  <a:gd name="connsiteX2" fmla="*/ 914400 w 914400"/>
                  <a:gd name="connsiteY2" fmla="*/ 109986 h 795786"/>
                  <a:gd name="connsiteX3" fmla="*/ 914400 w 914400"/>
                  <a:gd name="connsiteY3" fmla="*/ 795786 h 795786"/>
                  <a:gd name="connsiteX0" fmla="*/ 0 w 914400"/>
                  <a:gd name="connsiteY0" fmla="*/ 795786 h 795786"/>
                  <a:gd name="connsiteX1" fmla="*/ 0 w 914400"/>
                  <a:gd name="connsiteY1" fmla="*/ 109986 h 795786"/>
                  <a:gd name="connsiteX2" fmla="*/ 914400 w 914400"/>
                  <a:gd name="connsiteY2" fmla="*/ 109986 h 795786"/>
                  <a:gd name="connsiteX0" fmla="*/ 0 w 914400"/>
                  <a:gd name="connsiteY0" fmla="*/ 109986 h 219971"/>
                  <a:gd name="connsiteX1" fmla="*/ 914400 w 914400"/>
                  <a:gd name="connsiteY1" fmla="*/ 109986 h 21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4400" h="219971">
                    <a:moveTo>
                      <a:pt x="0" y="109986"/>
                    </a:moveTo>
                    <a:cubicBezTo>
                      <a:pt x="304800" y="-271014"/>
                      <a:pt x="609600" y="490986"/>
                      <a:pt x="914400" y="109986"/>
                    </a:cubicBezTo>
                  </a:path>
                </a:pathLst>
              </a:cu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3BAC6571-ECC6-487B-B609-1AC31229D574}"/>
                </a:ext>
              </a:extLst>
            </p:cNvPr>
            <p:cNvSpPr txBox="1"/>
            <p:nvPr/>
          </p:nvSpPr>
          <p:spPr>
            <a:xfrm>
              <a:off x="7345316" y="-627835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A0B09C1-3C82-433B-909D-5B68524357D3}"/>
                </a:ext>
              </a:extLst>
            </p:cNvPr>
            <p:cNvGrpSpPr/>
            <p:nvPr/>
          </p:nvGrpSpPr>
          <p:grpSpPr>
            <a:xfrm rot="18900000">
              <a:off x="5869747" y="-356791"/>
              <a:ext cx="1897880" cy="1306385"/>
              <a:chOff x="3266509" y="6095463"/>
              <a:chExt cx="1897880" cy="1306385"/>
            </a:xfrm>
          </p:grpSpPr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5AAF9533-EE7B-4B23-AF1C-E5BE06E75D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1262" y="6096475"/>
                <a:ext cx="0" cy="1303808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5BE5F2F-D359-406C-AFBB-401B83E4FCBE}"/>
                  </a:ext>
                </a:extLst>
              </p:cNvPr>
              <p:cNvSpPr txBox="1"/>
              <p:nvPr/>
            </p:nvSpPr>
            <p:spPr>
              <a:xfrm rot="2700000">
                <a:off x="4613843" y="6829886"/>
                <a:ext cx="421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endParaRPr lang="zh-TW" altLang="en-US" i="1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C47C18EF-C8F8-488A-A065-B3017D18A0C7}"/>
                  </a:ext>
                </a:extLst>
              </p:cNvPr>
              <p:cNvSpPr txBox="1"/>
              <p:nvPr/>
            </p:nvSpPr>
            <p:spPr>
              <a:xfrm rot="2700000">
                <a:off x="4613842" y="6204981"/>
                <a:ext cx="421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</a:t>
                </a:r>
                <a:endParaRPr lang="zh-TW" altLang="en-US" i="1" dirty="0">
                  <a:latin typeface="Cambria Math" panose="02040503050406030204" pitchFamily="18" charset="0"/>
                </a:endParaRPr>
              </a:p>
            </p:txBody>
          </p: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FFE7E47C-6476-4956-BF4C-164E8FAA8C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6738131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BB019A93-8EE4-46E7-82B5-D13228E1FA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8136" y="6096475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B4404A70-1C96-48F6-BB09-61B8EBD668C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451493" y="6190771"/>
                <a:ext cx="451643" cy="446472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22A77CC0-A658-4597-B094-C5AD650D03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8136" y="7400799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B63348D0-3300-486D-9AAB-84BBABD01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7401848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EBA4471F-A227-40DD-9BBA-8BE5994BCC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6096475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562EEC82-5AC0-4809-9C84-15D7B13C14B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450288" y="6833833"/>
                <a:ext cx="457055" cy="474319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014CDC00-F135-4993-9A4E-CB4F8CDB1C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6509" y="6095463"/>
                <a:ext cx="174727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451C11E1-3CC7-40E0-8D27-8BBB3585C1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6509" y="7401848"/>
                <a:ext cx="174727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B04E723-1ED6-4769-AF15-0FB5E66CB0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1909" y="6742622"/>
                <a:ext cx="1272458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9C1A444-2532-4169-AF1B-F14E7D649F10}"/>
              </a:ext>
            </a:extLst>
          </p:cNvPr>
          <p:cNvGrpSpPr/>
          <p:nvPr/>
        </p:nvGrpSpPr>
        <p:grpSpPr>
          <a:xfrm>
            <a:off x="4784083" y="3153792"/>
            <a:ext cx="2928708" cy="3595624"/>
            <a:chOff x="4784083" y="3153792"/>
            <a:chExt cx="2928708" cy="3595624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314E0CE1-C0C9-4FC7-8B0D-E725857CADDE}"/>
                </a:ext>
              </a:extLst>
            </p:cNvPr>
            <p:cNvSpPr/>
            <p:nvPr/>
          </p:nvSpPr>
          <p:spPr>
            <a:xfrm>
              <a:off x="5100020" y="3904524"/>
              <a:ext cx="2612771" cy="2612771"/>
            </a:xfrm>
            <a:prstGeom prst="ellipse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CC04DB8A-3C39-4EE8-99FB-00EF92FD5D01}"/>
                </a:ext>
              </a:extLst>
            </p:cNvPr>
            <p:cNvSpPr/>
            <p:nvPr/>
          </p:nvSpPr>
          <p:spPr>
            <a:xfrm>
              <a:off x="5326405" y="5210909"/>
              <a:ext cx="1080000" cy="108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3F7CEE02-43E0-46D2-B32E-E16AF1FA303F}"/>
                </a:ext>
              </a:extLst>
            </p:cNvPr>
            <p:cNvSpPr/>
            <p:nvPr/>
          </p:nvSpPr>
          <p:spPr>
            <a:xfrm>
              <a:off x="6406405" y="5210909"/>
              <a:ext cx="1080000" cy="108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48674219-477A-4775-8FF7-C1E4652A3A7F}"/>
                </a:ext>
              </a:extLst>
            </p:cNvPr>
            <p:cNvSpPr/>
            <p:nvPr/>
          </p:nvSpPr>
          <p:spPr>
            <a:xfrm>
              <a:off x="5326405" y="4130909"/>
              <a:ext cx="1080000" cy="108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27F19ADE-93B1-4677-8930-144DF192BA05}"/>
                </a:ext>
              </a:extLst>
            </p:cNvPr>
            <p:cNvSpPr/>
            <p:nvPr/>
          </p:nvSpPr>
          <p:spPr>
            <a:xfrm>
              <a:off x="6406405" y="4130909"/>
              <a:ext cx="1080000" cy="108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2" name="Partial Circle 211">
              <a:extLst>
                <a:ext uri="{FF2B5EF4-FFF2-40B4-BE49-F238E27FC236}">
                  <a16:creationId xmlns:a16="http://schemas.microsoft.com/office/drawing/2014/main" id="{6651C17A-98A9-4B90-98F6-4FB02E0708C2}"/>
                </a:ext>
              </a:extLst>
            </p:cNvPr>
            <p:cNvSpPr/>
            <p:nvPr/>
          </p:nvSpPr>
          <p:spPr>
            <a:xfrm flipH="1">
              <a:off x="5726937" y="4531024"/>
              <a:ext cx="283433" cy="283433"/>
            </a:xfrm>
            <a:prstGeom prst="pie">
              <a:avLst>
                <a:gd name="adj1" fmla="val 5400998"/>
                <a:gd name="adj2" fmla="val 808229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E6FFA835-C5F8-4E7F-BDAB-9EA48FD36E45}"/>
                </a:ext>
              </a:extLst>
            </p:cNvPr>
            <p:cNvSpPr/>
            <p:nvPr/>
          </p:nvSpPr>
          <p:spPr>
            <a:xfrm>
              <a:off x="6388406" y="519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0167950D-FE1D-43EE-A784-EBD6C2CE76AC}"/>
                </a:ext>
              </a:extLst>
            </p:cNvPr>
            <p:cNvSpPr/>
            <p:nvPr/>
          </p:nvSpPr>
          <p:spPr>
            <a:xfrm>
              <a:off x="5866405" y="4670909"/>
              <a:ext cx="1080000" cy="108000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E18130F-A58A-4BD6-A2F8-1E1C8D813C97}"/>
                </a:ext>
              </a:extLst>
            </p:cNvPr>
            <p:cNvSpPr/>
            <p:nvPr/>
          </p:nvSpPr>
          <p:spPr>
            <a:xfrm>
              <a:off x="5848405" y="573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4ABC3B3-7BDF-45FE-BC33-005FD0B9FD8A}"/>
                </a:ext>
              </a:extLst>
            </p:cNvPr>
            <p:cNvSpPr/>
            <p:nvPr/>
          </p:nvSpPr>
          <p:spPr>
            <a:xfrm>
              <a:off x="6928406" y="573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7292FAD9-2EBA-4928-B5AC-932ECBE60535}"/>
                </a:ext>
              </a:extLst>
            </p:cNvPr>
            <p:cNvSpPr/>
            <p:nvPr/>
          </p:nvSpPr>
          <p:spPr>
            <a:xfrm>
              <a:off x="6928406" y="465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7FCACD6-A9A9-4CBB-B8FF-BF8D75D0B6B5}"/>
                </a:ext>
              </a:extLst>
            </p:cNvPr>
            <p:cNvSpPr/>
            <p:nvPr/>
          </p:nvSpPr>
          <p:spPr>
            <a:xfrm>
              <a:off x="5326405" y="4130909"/>
              <a:ext cx="2160000" cy="2160000"/>
            </a:xfrm>
            <a:custGeom>
              <a:avLst/>
              <a:gdLst>
                <a:gd name="connsiteX0" fmla="*/ 540000 w 2160000"/>
                <a:gd name="connsiteY0" fmla="*/ 0 h 2160000"/>
                <a:gd name="connsiteX1" fmla="*/ 1069029 w 2160000"/>
                <a:gd name="connsiteY1" fmla="*/ 431171 h 2160000"/>
                <a:gd name="connsiteX2" fmla="*/ 1072742 w 2160000"/>
                <a:gd name="connsiteY2" fmla="*/ 468001 h 2160000"/>
                <a:gd name="connsiteX3" fmla="*/ 1087258 w 2160000"/>
                <a:gd name="connsiteY3" fmla="*/ 468001 h 2160000"/>
                <a:gd name="connsiteX4" fmla="*/ 1090971 w 2160000"/>
                <a:gd name="connsiteY4" fmla="*/ 431171 h 2160000"/>
                <a:gd name="connsiteX5" fmla="*/ 1620000 w 2160000"/>
                <a:gd name="connsiteY5" fmla="*/ 0 h 2160000"/>
                <a:gd name="connsiteX6" fmla="*/ 2160000 w 2160000"/>
                <a:gd name="connsiteY6" fmla="*/ 540000 h 2160000"/>
                <a:gd name="connsiteX7" fmla="*/ 1728829 w 2160000"/>
                <a:gd name="connsiteY7" fmla="*/ 1069029 h 2160000"/>
                <a:gd name="connsiteX8" fmla="*/ 1692000 w 2160000"/>
                <a:gd name="connsiteY8" fmla="*/ 1072742 h 2160000"/>
                <a:gd name="connsiteX9" fmla="*/ 1692000 w 2160000"/>
                <a:gd name="connsiteY9" fmla="*/ 1087258 h 2160000"/>
                <a:gd name="connsiteX10" fmla="*/ 1728829 w 2160000"/>
                <a:gd name="connsiteY10" fmla="*/ 1090971 h 2160000"/>
                <a:gd name="connsiteX11" fmla="*/ 2160000 w 2160000"/>
                <a:gd name="connsiteY11" fmla="*/ 1620000 h 2160000"/>
                <a:gd name="connsiteX12" fmla="*/ 1620000 w 2160000"/>
                <a:gd name="connsiteY12" fmla="*/ 2160000 h 2160000"/>
                <a:gd name="connsiteX13" fmla="*/ 1090971 w 2160000"/>
                <a:gd name="connsiteY13" fmla="*/ 1728829 h 2160000"/>
                <a:gd name="connsiteX14" fmla="*/ 1087258 w 2160000"/>
                <a:gd name="connsiteY14" fmla="*/ 1692001 h 2160000"/>
                <a:gd name="connsiteX15" fmla="*/ 1072742 w 2160000"/>
                <a:gd name="connsiteY15" fmla="*/ 1692001 h 2160000"/>
                <a:gd name="connsiteX16" fmla="*/ 1069029 w 2160000"/>
                <a:gd name="connsiteY16" fmla="*/ 1728829 h 2160000"/>
                <a:gd name="connsiteX17" fmla="*/ 540000 w 2160000"/>
                <a:gd name="connsiteY17" fmla="*/ 2160000 h 2160000"/>
                <a:gd name="connsiteX18" fmla="*/ 0 w 2160000"/>
                <a:gd name="connsiteY18" fmla="*/ 1620000 h 2160000"/>
                <a:gd name="connsiteX19" fmla="*/ 431171 w 2160000"/>
                <a:gd name="connsiteY19" fmla="*/ 1090971 h 2160000"/>
                <a:gd name="connsiteX20" fmla="*/ 468000 w 2160000"/>
                <a:gd name="connsiteY20" fmla="*/ 1087258 h 2160000"/>
                <a:gd name="connsiteX21" fmla="*/ 468000 w 2160000"/>
                <a:gd name="connsiteY21" fmla="*/ 1072742 h 2160000"/>
                <a:gd name="connsiteX22" fmla="*/ 431171 w 2160000"/>
                <a:gd name="connsiteY22" fmla="*/ 1069029 h 2160000"/>
                <a:gd name="connsiteX23" fmla="*/ 0 w 2160000"/>
                <a:gd name="connsiteY23" fmla="*/ 540000 h 2160000"/>
                <a:gd name="connsiteX24" fmla="*/ 540000 w 2160000"/>
                <a:gd name="connsiteY24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60000" h="2160000">
                  <a:moveTo>
                    <a:pt x="540000" y="0"/>
                  </a:moveTo>
                  <a:cubicBezTo>
                    <a:pt x="800955" y="0"/>
                    <a:pt x="1018676" y="185102"/>
                    <a:pt x="1069029" y="431171"/>
                  </a:cubicBezTo>
                  <a:lnTo>
                    <a:pt x="1072742" y="468001"/>
                  </a:lnTo>
                  <a:lnTo>
                    <a:pt x="1087258" y="468001"/>
                  </a:lnTo>
                  <a:lnTo>
                    <a:pt x="1090971" y="431171"/>
                  </a:lnTo>
                  <a:cubicBezTo>
                    <a:pt x="1141324" y="185102"/>
                    <a:pt x="1359045" y="0"/>
                    <a:pt x="1620000" y="0"/>
                  </a:cubicBezTo>
                  <a:cubicBezTo>
                    <a:pt x="1918234" y="0"/>
                    <a:pt x="2160000" y="241766"/>
                    <a:pt x="2160000" y="540000"/>
                  </a:cubicBezTo>
                  <a:cubicBezTo>
                    <a:pt x="2160000" y="800955"/>
                    <a:pt x="1974898" y="1018676"/>
                    <a:pt x="1728829" y="1069029"/>
                  </a:cubicBezTo>
                  <a:lnTo>
                    <a:pt x="1692000" y="1072742"/>
                  </a:lnTo>
                  <a:lnTo>
                    <a:pt x="1692000" y="1087258"/>
                  </a:lnTo>
                  <a:lnTo>
                    <a:pt x="1728829" y="1090971"/>
                  </a:lnTo>
                  <a:cubicBezTo>
                    <a:pt x="1974898" y="1141324"/>
                    <a:pt x="2160000" y="1359046"/>
                    <a:pt x="2160000" y="1620000"/>
                  </a:cubicBezTo>
                  <a:cubicBezTo>
                    <a:pt x="2160000" y="1918234"/>
                    <a:pt x="1918234" y="2160000"/>
                    <a:pt x="1620000" y="2160000"/>
                  </a:cubicBezTo>
                  <a:cubicBezTo>
                    <a:pt x="1359045" y="2160000"/>
                    <a:pt x="1141324" y="1974898"/>
                    <a:pt x="1090971" y="1728829"/>
                  </a:cubicBezTo>
                  <a:lnTo>
                    <a:pt x="1087258" y="1692001"/>
                  </a:lnTo>
                  <a:lnTo>
                    <a:pt x="1072742" y="1692001"/>
                  </a:lnTo>
                  <a:lnTo>
                    <a:pt x="1069029" y="1728829"/>
                  </a:lnTo>
                  <a:cubicBezTo>
                    <a:pt x="1018676" y="1974898"/>
                    <a:pt x="800955" y="2160000"/>
                    <a:pt x="540000" y="2160000"/>
                  </a:cubicBezTo>
                  <a:cubicBezTo>
                    <a:pt x="241766" y="2160000"/>
                    <a:pt x="0" y="1918234"/>
                    <a:pt x="0" y="1620000"/>
                  </a:cubicBezTo>
                  <a:cubicBezTo>
                    <a:pt x="0" y="1359046"/>
                    <a:pt x="185102" y="1141324"/>
                    <a:pt x="431171" y="1090971"/>
                  </a:cubicBezTo>
                  <a:lnTo>
                    <a:pt x="468000" y="1087258"/>
                  </a:lnTo>
                  <a:lnTo>
                    <a:pt x="468000" y="1072742"/>
                  </a:lnTo>
                  <a:lnTo>
                    <a:pt x="431171" y="1069029"/>
                  </a:lnTo>
                  <a:cubicBezTo>
                    <a:pt x="185102" y="1018676"/>
                    <a:pt x="0" y="800955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8DB2E2A-7D0D-4DC0-B3E8-4F8020FBCD85}"/>
                </a:ext>
              </a:extLst>
            </p:cNvPr>
            <p:cNvCxnSpPr>
              <a:cxnSpLocks/>
              <a:stCxn id="163" idx="5"/>
              <a:endCxn id="165" idx="1"/>
            </p:cNvCxnSpPr>
            <p:nvPr/>
          </p:nvCxnSpPr>
          <p:spPr>
            <a:xfrm>
              <a:off x="5879133" y="4683637"/>
              <a:ext cx="514545" cy="514544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76CF4F39-08F9-44E9-8D46-E887F298783F}"/>
                </a:ext>
              </a:extLst>
            </p:cNvPr>
            <p:cNvSpPr/>
            <p:nvPr/>
          </p:nvSpPr>
          <p:spPr>
            <a:xfrm>
              <a:off x="5848405" y="465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029C037C-D395-4C3D-A226-B7B2AFE4CB6C}"/>
                </a:ext>
              </a:extLst>
            </p:cNvPr>
            <p:cNvSpPr txBox="1"/>
            <p:nvPr/>
          </p:nvSpPr>
          <p:spPr>
            <a:xfrm>
              <a:off x="4784083" y="6085629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35D8795E-E7CE-4097-8025-205C92AA4A94}"/>
                </a:ext>
              </a:extLst>
            </p:cNvPr>
            <p:cNvSpPr txBox="1"/>
            <p:nvPr/>
          </p:nvSpPr>
          <p:spPr>
            <a:xfrm>
              <a:off x="6096634" y="6380084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196" name="Wave 97">
              <a:extLst>
                <a:ext uri="{FF2B5EF4-FFF2-40B4-BE49-F238E27FC236}">
                  <a16:creationId xmlns:a16="http://schemas.microsoft.com/office/drawing/2014/main" id="{9B046E98-067E-47C5-AD7F-B44B8321DF14}"/>
                </a:ext>
              </a:extLst>
            </p:cNvPr>
            <p:cNvSpPr/>
            <p:nvPr/>
          </p:nvSpPr>
          <p:spPr>
            <a:xfrm rot="17289241" flipH="1">
              <a:off x="6163011" y="6295764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7" name="Wave 97">
              <a:extLst>
                <a:ext uri="{FF2B5EF4-FFF2-40B4-BE49-F238E27FC236}">
                  <a16:creationId xmlns:a16="http://schemas.microsoft.com/office/drawing/2014/main" id="{0259D8F6-9B67-4224-AE00-332454EE48C0}"/>
                </a:ext>
              </a:extLst>
            </p:cNvPr>
            <p:cNvSpPr/>
            <p:nvPr/>
          </p:nvSpPr>
          <p:spPr>
            <a:xfrm rot="17289241" flipH="1">
              <a:off x="4900291" y="5999714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66321697-9759-4EA6-8C51-0CFFD47ACD66}"/>
                    </a:ext>
                  </a:extLst>
                </p:cNvPr>
                <p:cNvSpPr txBox="1"/>
                <p:nvPr/>
              </p:nvSpPr>
              <p:spPr>
                <a:xfrm>
                  <a:off x="5736239" y="4713488"/>
                  <a:ext cx="4214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TW" altLang="en-US" sz="105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66321697-9759-4EA6-8C51-0CFFD47ACD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6239" y="4713488"/>
                  <a:ext cx="421488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E6CAB122-D398-4B8D-A75C-90A2CA2F1BB4}"/>
                </a:ext>
              </a:extLst>
            </p:cNvPr>
            <p:cNvSpPr txBox="1"/>
            <p:nvPr/>
          </p:nvSpPr>
          <p:spPr>
            <a:xfrm>
              <a:off x="5274731" y="5011098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2r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EC15BA0-CC8A-4999-A845-D52C85B0FB13}"/>
                </a:ext>
              </a:extLst>
            </p:cNvPr>
            <p:cNvCxnSpPr>
              <a:cxnSpLocks/>
            </p:cNvCxnSpPr>
            <p:nvPr/>
          </p:nvCxnSpPr>
          <p:spPr>
            <a:xfrm>
              <a:off x="5623278" y="4670909"/>
              <a:ext cx="0" cy="1080000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B6124B22-427D-40C4-84C4-DA39340A41C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76405" y="4580909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BBF1D56-A301-4D4C-93E0-19D704BEFE16}"/>
                </a:ext>
              </a:extLst>
            </p:cNvPr>
            <p:cNvCxnSpPr>
              <a:cxnSpLocks/>
            </p:cNvCxnSpPr>
            <p:nvPr/>
          </p:nvCxnSpPr>
          <p:spPr>
            <a:xfrm>
              <a:off x="5560152" y="4670909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63E1A140-94F9-45F9-9186-2C316A062F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76405" y="5660909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F272FF57-8376-48FB-8F98-58A13CF30059}"/>
                </a:ext>
              </a:extLst>
            </p:cNvPr>
            <p:cNvCxnSpPr>
              <a:cxnSpLocks/>
            </p:cNvCxnSpPr>
            <p:nvPr/>
          </p:nvCxnSpPr>
          <p:spPr>
            <a:xfrm>
              <a:off x="5560152" y="5750909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FD913D70-7806-4ADD-848F-D64059D30B16}"/>
                </a:ext>
              </a:extLst>
            </p:cNvPr>
            <p:cNvSpPr txBox="1"/>
            <p:nvPr/>
          </p:nvSpPr>
          <p:spPr>
            <a:xfrm>
              <a:off x="7146246" y="3153792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F6A3241B-943F-4583-A715-4603FC130C5F}"/>
                </a:ext>
              </a:extLst>
            </p:cNvPr>
            <p:cNvGrpSpPr/>
            <p:nvPr/>
          </p:nvGrpSpPr>
          <p:grpSpPr>
            <a:xfrm rot="18900000">
              <a:off x="5670677" y="3424836"/>
              <a:ext cx="1897880" cy="1306385"/>
              <a:chOff x="3266509" y="6095463"/>
              <a:chExt cx="1897880" cy="1306385"/>
            </a:xfrm>
          </p:grpSpPr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B9F5E549-CDBD-46DA-824A-B3BDBC4632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1262" y="6096475"/>
                <a:ext cx="0" cy="1303808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B4DFFE1-79CE-4451-84B8-45F95FC3CBA6}"/>
                  </a:ext>
                </a:extLst>
              </p:cNvPr>
              <p:cNvSpPr txBox="1"/>
              <p:nvPr/>
            </p:nvSpPr>
            <p:spPr>
              <a:xfrm rot="2700000">
                <a:off x="4613843" y="6829886"/>
                <a:ext cx="421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endParaRPr lang="zh-TW" altLang="en-US" i="1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05B0DD8C-5D5A-4427-B7AF-BD7AD2A62093}"/>
                  </a:ext>
                </a:extLst>
              </p:cNvPr>
              <p:cNvSpPr txBox="1"/>
              <p:nvPr/>
            </p:nvSpPr>
            <p:spPr>
              <a:xfrm rot="2700000">
                <a:off x="4613842" y="6204981"/>
                <a:ext cx="421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</a:t>
                </a:r>
                <a:endParaRPr lang="zh-TW" altLang="en-US" i="1" dirty="0">
                  <a:latin typeface="Cambria Math" panose="02040503050406030204" pitchFamily="18" charset="0"/>
                </a:endParaRPr>
              </a:p>
            </p:txBody>
          </p: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9C1A7D1B-B662-4E36-831F-2DBC3948CE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6623619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826685AC-83BD-49AA-9568-B5B1CFB777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8136" y="6096475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406D9675-DB50-42EC-A4B2-A4D80BD6DF0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490589" y="6176074"/>
                <a:ext cx="377067" cy="366782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1F81CA99-D203-4045-BDF0-17DDBF8B8C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8136" y="7400799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53B2D3AA-9084-4FC9-BF74-8B95FA97B2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7401848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2C7AF785-1F6B-4676-BDBA-0B4290CA90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6096475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6F6F6101-1B54-4CCA-A285-05CEFAE2A46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403250" y="6739770"/>
                <a:ext cx="543055" cy="548898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903B07E5-CCB6-4AA6-9757-2C8BFC295A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6509" y="6095463"/>
                <a:ext cx="174727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9DA119EE-9626-41CF-9220-5EF26AA042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6509" y="7401848"/>
                <a:ext cx="174727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6778B6D2-58F5-402E-9B09-E0A3F4AFA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1909" y="6628110"/>
                <a:ext cx="1272458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883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9095775-CC34-4EA3-B627-646EB6E15BBB}"/>
              </a:ext>
            </a:extLst>
          </p:cNvPr>
          <p:cNvGrpSpPr/>
          <p:nvPr/>
        </p:nvGrpSpPr>
        <p:grpSpPr>
          <a:xfrm>
            <a:off x="233234" y="3723051"/>
            <a:ext cx="2114275" cy="2685150"/>
            <a:chOff x="5103056" y="-627835"/>
            <a:chExt cx="2814099" cy="357393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9985893-A309-4148-B0C4-4A89A9AA2FD5}"/>
                </a:ext>
              </a:extLst>
            </p:cNvPr>
            <p:cNvGrpSpPr/>
            <p:nvPr/>
          </p:nvGrpSpPr>
          <p:grpSpPr>
            <a:xfrm>
              <a:off x="5103056" y="126454"/>
              <a:ext cx="2814099" cy="2819646"/>
              <a:chOff x="8337914" y="2335973"/>
              <a:chExt cx="2814099" cy="2819646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CC27BA-747F-401F-800F-A20B73D7810F}"/>
                  </a:ext>
                </a:extLst>
              </p:cNvPr>
              <p:cNvSpPr txBox="1"/>
              <p:nvPr/>
            </p:nvSpPr>
            <p:spPr>
              <a:xfrm>
                <a:off x="8337914" y="4720982"/>
                <a:ext cx="421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endParaRPr lang="zh-TW" altLang="en-US" i="1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5507A9A-1526-486B-8FBE-A2AFADF1BE4C}"/>
                  </a:ext>
                </a:extLst>
              </p:cNvPr>
              <p:cNvSpPr/>
              <p:nvPr/>
            </p:nvSpPr>
            <p:spPr>
              <a:xfrm>
                <a:off x="8539242" y="2335973"/>
                <a:ext cx="2612771" cy="2612771"/>
              </a:xfrm>
              <a:prstGeom prst="ellipse">
                <a:avLst/>
              </a:prstGeom>
              <a:pattFill prst="pct30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3DCFBB7-7E9F-4E92-9430-6FF6ACA1D815}"/>
                  </a:ext>
                </a:extLst>
              </p:cNvPr>
              <p:cNvSpPr/>
              <p:nvPr/>
            </p:nvSpPr>
            <p:spPr>
              <a:xfrm>
                <a:off x="8730497" y="2527228"/>
                <a:ext cx="1306800" cy="1306800"/>
              </a:xfrm>
              <a:prstGeom prst="ellipse">
                <a:avLst/>
              </a:prstGeom>
              <a:pattFill prst="pct10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940FC9D-A295-4FBA-A575-4CAE1B2669F4}"/>
                  </a:ext>
                </a:extLst>
              </p:cNvPr>
              <p:cNvSpPr/>
              <p:nvPr/>
            </p:nvSpPr>
            <p:spPr>
              <a:xfrm>
                <a:off x="9653958" y="3450688"/>
                <a:ext cx="1306800" cy="1306800"/>
              </a:xfrm>
              <a:prstGeom prst="ellipse">
                <a:avLst/>
              </a:prstGeom>
              <a:pattFill prst="pct10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C6F0B69-6193-4D26-811D-D4450A93234B}"/>
                  </a:ext>
                </a:extLst>
              </p:cNvPr>
              <p:cNvSpPr/>
              <p:nvPr/>
            </p:nvSpPr>
            <p:spPr>
              <a:xfrm>
                <a:off x="8730497" y="2527228"/>
                <a:ext cx="2230261" cy="2230260"/>
              </a:xfrm>
              <a:custGeom>
                <a:avLst/>
                <a:gdLst>
                  <a:gd name="connsiteX0" fmla="*/ 653400 w 2230261"/>
                  <a:gd name="connsiteY0" fmla="*/ 0 h 2230260"/>
                  <a:gd name="connsiteX1" fmla="*/ 1306800 w 2230261"/>
                  <a:gd name="connsiteY1" fmla="*/ 653400 h 2230260"/>
                  <a:gd name="connsiteX2" fmla="*/ 1195210 w 2230261"/>
                  <a:gd name="connsiteY2" fmla="*/ 1018722 h 2230260"/>
                  <a:gd name="connsiteX3" fmla="*/ 1118191 w 2230261"/>
                  <a:gd name="connsiteY3" fmla="*/ 1112069 h 2230260"/>
                  <a:gd name="connsiteX4" fmla="*/ 1211539 w 2230261"/>
                  <a:gd name="connsiteY4" fmla="*/ 1035051 h 2230260"/>
                  <a:gd name="connsiteX5" fmla="*/ 1576861 w 2230261"/>
                  <a:gd name="connsiteY5" fmla="*/ 923460 h 2230260"/>
                  <a:gd name="connsiteX6" fmla="*/ 2230261 w 2230261"/>
                  <a:gd name="connsiteY6" fmla="*/ 1576860 h 2230260"/>
                  <a:gd name="connsiteX7" fmla="*/ 1576861 w 2230261"/>
                  <a:gd name="connsiteY7" fmla="*/ 2230260 h 2230260"/>
                  <a:gd name="connsiteX8" fmla="*/ 923461 w 2230261"/>
                  <a:gd name="connsiteY8" fmla="*/ 1576860 h 2230260"/>
                  <a:gd name="connsiteX9" fmla="*/ 1035051 w 2230261"/>
                  <a:gd name="connsiteY9" fmla="*/ 1211538 h 2230260"/>
                  <a:gd name="connsiteX10" fmla="*/ 1112070 w 2230261"/>
                  <a:gd name="connsiteY10" fmla="*/ 1118191 h 2230260"/>
                  <a:gd name="connsiteX11" fmla="*/ 1018722 w 2230261"/>
                  <a:gd name="connsiteY11" fmla="*/ 1195210 h 2230260"/>
                  <a:gd name="connsiteX12" fmla="*/ 653400 w 2230261"/>
                  <a:gd name="connsiteY12" fmla="*/ 1306800 h 2230260"/>
                  <a:gd name="connsiteX13" fmla="*/ 0 w 2230261"/>
                  <a:gd name="connsiteY13" fmla="*/ 653400 h 2230260"/>
                  <a:gd name="connsiteX14" fmla="*/ 653400 w 2230261"/>
                  <a:gd name="connsiteY14" fmla="*/ 0 h 223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30261" h="2230260">
                    <a:moveTo>
                      <a:pt x="653400" y="0"/>
                    </a:moveTo>
                    <a:cubicBezTo>
                      <a:pt x="1014263" y="0"/>
                      <a:pt x="1306800" y="292537"/>
                      <a:pt x="1306800" y="653400"/>
                    </a:cubicBezTo>
                    <a:cubicBezTo>
                      <a:pt x="1306800" y="788724"/>
                      <a:pt x="1265662" y="914439"/>
                      <a:pt x="1195210" y="1018722"/>
                    </a:cubicBezTo>
                    <a:lnTo>
                      <a:pt x="1118191" y="1112069"/>
                    </a:lnTo>
                    <a:lnTo>
                      <a:pt x="1211539" y="1035051"/>
                    </a:lnTo>
                    <a:cubicBezTo>
                      <a:pt x="1315822" y="964598"/>
                      <a:pt x="1441537" y="923460"/>
                      <a:pt x="1576861" y="923460"/>
                    </a:cubicBezTo>
                    <a:cubicBezTo>
                      <a:pt x="1937724" y="923460"/>
                      <a:pt x="2230261" y="1215997"/>
                      <a:pt x="2230261" y="1576860"/>
                    </a:cubicBezTo>
                    <a:cubicBezTo>
                      <a:pt x="2230261" y="1937723"/>
                      <a:pt x="1937724" y="2230260"/>
                      <a:pt x="1576861" y="2230260"/>
                    </a:cubicBezTo>
                    <a:cubicBezTo>
                      <a:pt x="1215998" y="2230260"/>
                      <a:pt x="923461" y="1937723"/>
                      <a:pt x="923461" y="1576860"/>
                    </a:cubicBezTo>
                    <a:cubicBezTo>
                      <a:pt x="923461" y="1441537"/>
                      <a:pt x="964599" y="1315821"/>
                      <a:pt x="1035051" y="1211538"/>
                    </a:cubicBezTo>
                    <a:lnTo>
                      <a:pt x="1112070" y="1118191"/>
                    </a:lnTo>
                    <a:lnTo>
                      <a:pt x="1018722" y="1195210"/>
                    </a:lnTo>
                    <a:cubicBezTo>
                      <a:pt x="914439" y="1265662"/>
                      <a:pt x="788724" y="1306800"/>
                      <a:pt x="653400" y="1306800"/>
                    </a:cubicBezTo>
                    <a:cubicBezTo>
                      <a:pt x="292537" y="1306800"/>
                      <a:pt x="0" y="1014263"/>
                      <a:pt x="0" y="653400"/>
                    </a:cubicBezTo>
                    <a:cubicBezTo>
                      <a:pt x="0" y="292537"/>
                      <a:pt x="292537" y="0"/>
                      <a:pt x="653400" y="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08DEFB1-10B8-4BA3-BCC7-CED995A636A9}"/>
                  </a:ext>
                </a:extLst>
              </p:cNvPr>
              <p:cNvSpPr/>
              <p:nvPr/>
            </p:nvSpPr>
            <p:spPr>
              <a:xfrm>
                <a:off x="10289358" y="4086088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3C4C484-7B8C-45F6-A643-6B5C27BAAF74}"/>
                  </a:ext>
                </a:extLst>
              </p:cNvPr>
              <p:cNvSpPr/>
              <p:nvPr/>
            </p:nvSpPr>
            <p:spPr>
              <a:xfrm>
                <a:off x="9365897" y="3162628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0AF8F10-8883-4A70-9600-040429B860FE}"/>
                  </a:ext>
                </a:extLst>
              </p:cNvPr>
              <p:cNvCxnSpPr>
                <a:cxnSpLocks/>
                <a:endCxn id="24" idx="5"/>
              </p:cNvCxnSpPr>
              <p:nvPr/>
            </p:nvCxnSpPr>
            <p:spPr>
              <a:xfrm>
                <a:off x="9401897" y="3198628"/>
                <a:ext cx="444024" cy="444024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F4CD41C-E593-4698-8B8A-6C9A4B6B7A40}"/>
                  </a:ext>
                </a:extLst>
              </p:cNvPr>
              <p:cNvSpPr/>
              <p:nvPr/>
            </p:nvSpPr>
            <p:spPr>
              <a:xfrm>
                <a:off x="9827628" y="3624358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3E230F-ADC5-4956-9339-478954854286}"/>
                  </a:ext>
                </a:extLst>
              </p:cNvPr>
              <p:cNvSpPr txBox="1"/>
              <p:nvPr/>
            </p:nvSpPr>
            <p:spPr>
              <a:xfrm>
                <a:off x="9369958" y="4786287"/>
                <a:ext cx="421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endParaRPr lang="zh-TW" altLang="en-US" i="1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32" name="Wave 97">
                <a:extLst>
                  <a:ext uri="{FF2B5EF4-FFF2-40B4-BE49-F238E27FC236}">
                    <a16:creationId xmlns:a16="http://schemas.microsoft.com/office/drawing/2014/main" id="{B0590EAC-A5E5-444E-A51A-22B38671E75D}"/>
                  </a:ext>
                </a:extLst>
              </p:cNvPr>
              <p:cNvSpPr/>
              <p:nvPr/>
            </p:nvSpPr>
            <p:spPr>
              <a:xfrm rot="17289241" flipH="1">
                <a:off x="9436335" y="4701967"/>
                <a:ext cx="516155" cy="70089"/>
              </a:xfrm>
              <a:custGeom>
                <a:avLst/>
                <a:gdLst>
                  <a:gd name="connsiteX0" fmla="*/ 0 w 914400"/>
                  <a:gd name="connsiteY0" fmla="*/ 114300 h 914400"/>
                  <a:gd name="connsiteX1" fmla="*/ 914400 w 914400"/>
                  <a:gd name="connsiteY1" fmla="*/ 114300 h 914400"/>
                  <a:gd name="connsiteX2" fmla="*/ 914400 w 914400"/>
                  <a:gd name="connsiteY2" fmla="*/ 800100 h 914400"/>
                  <a:gd name="connsiteX3" fmla="*/ 0 w 914400"/>
                  <a:gd name="connsiteY3" fmla="*/ 800100 h 914400"/>
                  <a:gd name="connsiteX4" fmla="*/ 0 w 914400"/>
                  <a:gd name="connsiteY4" fmla="*/ 114300 h 914400"/>
                  <a:gd name="connsiteX0" fmla="*/ 0 w 914400"/>
                  <a:gd name="connsiteY0" fmla="*/ 795786 h 906653"/>
                  <a:gd name="connsiteX1" fmla="*/ 0 w 914400"/>
                  <a:gd name="connsiteY1" fmla="*/ 109986 h 906653"/>
                  <a:gd name="connsiteX2" fmla="*/ 914400 w 914400"/>
                  <a:gd name="connsiteY2" fmla="*/ 109986 h 906653"/>
                  <a:gd name="connsiteX3" fmla="*/ 914400 w 914400"/>
                  <a:gd name="connsiteY3" fmla="*/ 795786 h 906653"/>
                  <a:gd name="connsiteX4" fmla="*/ 91440 w 914400"/>
                  <a:gd name="connsiteY4" fmla="*/ 887226 h 906653"/>
                  <a:gd name="connsiteX0" fmla="*/ 0 w 914400"/>
                  <a:gd name="connsiteY0" fmla="*/ 795786 h 795786"/>
                  <a:gd name="connsiteX1" fmla="*/ 0 w 914400"/>
                  <a:gd name="connsiteY1" fmla="*/ 109986 h 795786"/>
                  <a:gd name="connsiteX2" fmla="*/ 914400 w 914400"/>
                  <a:gd name="connsiteY2" fmla="*/ 109986 h 795786"/>
                  <a:gd name="connsiteX3" fmla="*/ 914400 w 914400"/>
                  <a:gd name="connsiteY3" fmla="*/ 795786 h 795786"/>
                  <a:gd name="connsiteX0" fmla="*/ 0 w 914400"/>
                  <a:gd name="connsiteY0" fmla="*/ 795786 h 795786"/>
                  <a:gd name="connsiteX1" fmla="*/ 0 w 914400"/>
                  <a:gd name="connsiteY1" fmla="*/ 109986 h 795786"/>
                  <a:gd name="connsiteX2" fmla="*/ 914400 w 914400"/>
                  <a:gd name="connsiteY2" fmla="*/ 109986 h 795786"/>
                  <a:gd name="connsiteX0" fmla="*/ 0 w 914400"/>
                  <a:gd name="connsiteY0" fmla="*/ 109986 h 219971"/>
                  <a:gd name="connsiteX1" fmla="*/ 914400 w 914400"/>
                  <a:gd name="connsiteY1" fmla="*/ 109986 h 21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4400" h="219971">
                    <a:moveTo>
                      <a:pt x="0" y="109986"/>
                    </a:moveTo>
                    <a:cubicBezTo>
                      <a:pt x="304800" y="-271014"/>
                      <a:pt x="609600" y="490986"/>
                      <a:pt x="914400" y="109986"/>
                    </a:cubicBezTo>
                  </a:path>
                </a:pathLst>
              </a:cu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Wave 97">
                <a:extLst>
                  <a:ext uri="{FF2B5EF4-FFF2-40B4-BE49-F238E27FC236}">
                    <a16:creationId xmlns:a16="http://schemas.microsoft.com/office/drawing/2014/main" id="{CDB9EAD4-B12C-41F7-9699-514F2D7DCC73}"/>
                  </a:ext>
                </a:extLst>
              </p:cNvPr>
              <p:cNvSpPr/>
              <p:nvPr/>
            </p:nvSpPr>
            <p:spPr>
              <a:xfrm rot="17289241" flipH="1">
                <a:off x="8454122" y="4635067"/>
                <a:ext cx="516155" cy="70089"/>
              </a:xfrm>
              <a:custGeom>
                <a:avLst/>
                <a:gdLst>
                  <a:gd name="connsiteX0" fmla="*/ 0 w 914400"/>
                  <a:gd name="connsiteY0" fmla="*/ 114300 h 914400"/>
                  <a:gd name="connsiteX1" fmla="*/ 914400 w 914400"/>
                  <a:gd name="connsiteY1" fmla="*/ 114300 h 914400"/>
                  <a:gd name="connsiteX2" fmla="*/ 914400 w 914400"/>
                  <a:gd name="connsiteY2" fmla="*/ 800100 h 914400"/>
                  <a:gd name="connsiteX3" fmla="*/ 0 w 914400"/>
                  <a:gd name="connsiteY3" fmla="*/ 800100 h 914400"/>
                  <a:gd name="connsiteX4" fmla="*/ 0 w 914400"/>
                  <a:gd name="connsiteY4" fmla="*/ 114300 h 914400"/>
                  <a:gd name="connsiteX0" fmla="*/ 0 w 914400"/>
                  <a:gd name="connsiteY0" fmla="*/ 795786 h 906653"/>
                  <a:gd name="connsiteX1" fmla="*/ 0 w 914400"/>
                  <a:gd name="connsiteY1" fmla="*/ 109986 h 906653"/>
                  <a:gd name="connsiteX2" fmla="*/ 914400 w 914400"/>
                  <a:gd name="connsiteY2" fmla="*/ 109986 h 906653"/>
                  <a:gd name="connsiteX3" fmla="*/ 914400 w 914400"/>
                  <a:gd name="connsiteY3" fmla="*/ 795786 h 906653"/>
                  <a:gd name="connsiteX4" fmla="*/ 91440 w 914400"/>
                  <a:gd name="connsiteY4" fmla="*/ 887226 h 906653"/>
                  <a:gd name="connsiteX0" fmla="*/ 0 w 914400"/>
                  <a:gd name="connsiteY0" fmla="*/ 795786 h 795786"/>
                  <a:gd name="connsiteX1" fmla="*/ 0 w 914400"/>
                  <a:gd name="connsiteY1" fmla="*/ 109986 h 795786"/>
                  <a:gd name="connsiteX2" fmla="*/ 914400 w 914400"/>
                  <a:gd name="connsiteY2" fmla="*/ 109986 h 795786"/>
                  <a:gd name="connsiteX3" fmla="*/ 914400 w 914400"/>
                  <a:gd name="connsiteY3" fmla="*/ 795786 h 795786"/>
                  <a:gd name="connsiteX0" fmla="*/ 0 w 914400"/>
                  <a:gd name="connsiteY0" fmla="*/ 795786 h 795786"/>
                  <a:gd name="connsiteX1" fmla="*/ 0 w 914400"/>
                  <a:gd name="connsiteY1" fmla="*/ 109986 h 795786"/>
                  <a:gd name="connsiteX2" fmla="*/ 914400 w 914400"/>
                  <a:gd name="connsiteY2" fmla="*/ 109986 h 795786"/>
                  <a:gd name="connsiteX0" fmla="*/ 0 w 914400"/>
                  <a:gd name="connsiteY0" fmla="*/ 109986 h 219971"/>
                  <a:gd name="connsiteX1" fmla="*/ 914400 w 914400"/>
                  <a:gd name="connsiteY1" fmla="*/ 109986 h 219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4400" h="219971">
                    <a:moveTo>
                      <a:pt x="0" y="109986"/>
                    </a:moveTo>
                    <a:cubicBezTo>
                      <a:pt x="304800" y="-271014"/>
                      <a:pt x="609600" y="490986"/>
                      <a:pt x="914400" y="109986"/>
                    </a:cubicBezTo>
                  </a:path>
                </a:pathLst>
              </a:cu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E866A2-3750-407D-BB90-A207C1CFCD45}"/>
                </a:ext>
              </a:extLst>
            </p:cNvPr>
            <p:cNvSpPr txBox="1"/>
            <p:nvPr/>
          </p:nvSpPr>
          <p:spPr>
            <a:xfrm>
              <a:off x="7345316" y="-627835"/>
              <a:ext cx="421488" cy="34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136E0E-B050-45DB-B5C1-122A957081DC}"/>
                </a:ext>
              </a:extLst>
            </p:cNvPr>
            <p:cNvGrpSpPr/>
            <p:nvPr/>
          </p:nvGrpSpPr>
          <p:grpSpPr>
            <a:xfrm rot="18900000">
              <a:off x="5869747" y="-356791"/>
              <a:ext cx="1897880" cy="1306385"/>
              <a:chOff x="3266509" y="6095463"/>
              <a:chExt cx="1897880" cy="1306385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AD59FC6-0F1B-438F-847A-92B438EC91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1262" y="6096475"/>
                <a:ext cx="0" cy="1303808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A85505-84F2-48A7-8F71-82F96D2B70BA}"/>
                  </a:ext>
                </a:extLst>
              </p:cNvPr>
              <p:cNvSpPr txBox="1"/>
              <p:nvPr/>
            </p:nvSpPr>
            <p:spPr>
              <a:xfrm rot="2700000">
                <a:off x="4621314" y="6832981"/>
                <a:ext cx="421488" cy="348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5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endParaRPr lang="zh-TW" altLang="en-US" sz="1050" i="1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8E1DAB-5C12-4BE3-AB81-80EF14002D61}"/>
                  </a:ext>
                </a:extLst>
              </p:cNvPr>
              <p:cNvSpPr txBox="1"/>
              <p:nvPr/>
            </p:nvSpPr>
            <p:spPr>
              <a:xfrm rot="2700000">
                <a:off x="4621312" y="6208075"/>
                <a:ext cx="421488" cy="348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5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</a:t>
                </a:r>
                <a:endParaRPr lang="zh-TW" altLang="en-US" sz="1050" i="1" dirty="0">
                  <a:latin typeface="Cambria Math" panose="02040503050406030204" pitchFamily="18" charset="0"/>
                </a:endParaRP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56C6B9D-F044-4D9D-BF77-CE55EA9D4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6738131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B01549C-7F15-41A0-B462-1DC3A767C5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8136" y="6096475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9A3CA5A-1E7F-4F18-A7BC-C543E29226B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451493" y="6190771"/>
                <a:ext cx="451643" cy="446472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F478E0D-91B0-49FB-9583-6F7A903A49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8136" y="7400799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B2855AD-4019-4EE7-8A40-C2E2A66A64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7401848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9549966-DBB4-4B13-A567-0D0A722B6A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6096475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C26F8FE-EFAA-43DE-919B-CBAEDBC1E8D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450288" y="6833833"/>
                <a:ext cx="457055" cy="474319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1540215-C440-46D0-97D9-2C1747F8C5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6509" y="6095463"/>
                <a:ext cx="174727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0C6C3AD-0D4A-4C8C-B5E8-A33262720B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6509" y="7401848"/>
                <a:ext cx="174727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634C888-92D9-4B96-80B6-4F515219CE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1909" y="6742622"/>
                <a:ext cx="1272458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EBB146-F3AA-4837-9D9D-82930BABE428}"/>
              </a:ext>
            </a:extLst>
          </p:cNvPr>
          <p:cNvGrpSpPr/>
          <p:nvPr/>
        </p:nvGrpSpPr>
        <p:grpSpPr>
          <a:xfrm>
            <a:off x="3004294" y="4283747"/>
            <a:ext cx="2610928" cy="2345604"/>
            <a:chOff x="8417211" y="126610"/>
            <a:chExt cx="3475145" cy="3121998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AEFC29E-45A6-47E4-A99C-8B823774277A}"/>
                </a:ext>
              </a:extLst>
            </p:cNvPr>
            <p:cNvSpPr/>
            <p:nvPr/>
          </p:nvSpPr>
          <p:spPr>
            <a:xfrm>
              <a:off x="8417211" y="127838"/>
              <a:ext cx="2612771" cy="2612771"/>
            </a:xfrm>
            <a:prstGeom prst="ellipse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DB6535-5F45-4F78-A852-2AF70F82B4DC}"/>
                </a:ext>
              </a:extLst>
            </p:cNvPr>
            <p:cNvSpPr/>
            <p:nvPr/>
          </p:nvSpPr>
          <p:spPr>
            <a:xfrm>
              <a:off x="9117657" y="126610"/>
              <a:ext cx="1211879" cy="1211879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1B1DE3A-F37D-490D-9422-32A56DB6E61E}"/>
                </a:ext>
              </a:extLst>
            </p:cNvPr>
            <p:cNvSpPr/>
            <p:nvPr/>
          </p:nvSpPr>
          <p:spPr>
            <a:xfrm>
              <a:off x="8517307" y="1181858"/>
              <a:ext cx="1211879" cy="1211879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9E3250-AB30-471D-82E3-3969D8CE8C31}"/>
                </a:ext>
              </a:extLst>
            </p:cNvPr>
            <p:cNvSpPr/>
            <p:nvPr/>
          </p:nvSpPr>
          <p:spPr>
            <a:xfrm>
              <a:off x="9722948" y="1176026"/>
              <a:ext cx="1211879" cy="1211879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91AD4A5B-5E57-400C-9330-05B5E0876352}"/>
                </a:ext>
              </a:extLst>
            </p:cNvPr>
            <p:cNvSpPr/>
            <p:nvPr/>
          </p:nvSpPr>
          <p:spPr>
            <a:xfrm>
              <a:off x="9120452" y="728940"/>
              <a:ext cx="1209067" cy="1057148"/>
            </a:xfrm>
            <a:prstGeom prst="triangl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946B253-9EC5-4E12-A7FC-1C656465F893}"/>
                </a:ext>
              </a:extLst>
            </p:cNvPr>
            <p:cNvSpPr/>
            <p:nvPr/>
          </p:nvSpPr>
          <p:spPr>
            <a:xfrm>
              <a:off x="8517306" y="127125"/>
              <a:ext cx="2417521" cy="2267128"/>
            </a:xfrm>
            <a:custGeom>
              <a:avLst/>
              <a:gdLst>
                <a:gd name="connsiteX0" fmla="*/ 1206290 w 2417521"/>
                <a:gd name="connsiteY0" fmla="*/ 0 h 2267128"/>
                <a:gd name="connsiteX1" fmla="*/ 1812230 w 2417521"/>
                <a:gd name="connsiteY1" fmla="*/ 605940 h 2267128"/>
                <a:gd name="connsiteX2" fmla="*/ 1545077 w 2417521"/>
                <a:gd name="connsiteY2" fmla="*/ 1108395 h 2267128"/>
                <a:gd name="connsiteX3" fmla="*/ 1532076 w 2417521"/>
                <a:gd name="connsiteY3" fmla="*/ 1115452 h 2267128"/>
                <a:gd name="connsiteX4" fmla="*/ 1533950 w 2417521"/>
                <a:gd name="connsiteY4" fmla="*/ 1118509 h 2267128"/>
                <a:gd name="connsiteX5" fmla="*/ 1603239 w 2417521"/>
                <a:gd name="connsiteY5" fmla="*/ 1086184 h 2267128"/>
                <a:gd name="connsiteX6" fmla="*/ 1811581 w 2417521"/>
                <a:gd name="connsiteY6" fmla="*/ 1049416 h 2267128"/>
                <a:gd name="connsiteX7" fmla="*/ 2417521 w 2417521"/>
                <a:gd name="connsiteY7" fmla="*/ 1655356 h 2267128"/>
                <a:gd name="connsiteX8" fmla="*/ 1811581 w 2417521"/>
                <a:gd name="connsiteY8" fmla="*/ 2261296 h 2267128"/>
                <a:gd name="connsiteX9" fmla="*/ 1217952 w 2417521"/>
                <a:gd name="connsiteY9" fmla="*/ 1777474 h 2267128"/>
                <a:gd name="connsiteX10" fmla="*/ 1209055 w 2417521"/>
                <a:gd name="connsiteY10" fmla="*/ 1689217 h 2267128"/>
                <a:gd name="connsiteX11" fmla="*/ 1199570 w 2417521"/>
                <a:gd name="connsiteY11" fmla="*/ 1783306 h 2267128"/>
                <a:gd name="connsiteX12" fmla="*/ 605940 w 2417521"/>
                <a:gd name="connsiteY12" fmla="*/ 2267128 h 2267128"/>
                <a:gd name="connsiteX13" fmla="*/ 0 w 2417521"/>
                <a:gd name="connsiteY13" fmla="*/ 1661188 h 2267128"/>
                <a:gd name="connsiteX14" fmla="*/ 605940 w 2417521"/>
                <a:gd name="connsiteY14" fmla="*/ 1055248 h 2267128"/>
                <a:gd name="connsiteX15" fmla="*/ 814283 w 2417521"/>
                <a:gd name="connsiteY15" fmla="*/ 1092016 h 2267128"/>
                <a:gd name="connsiteX16" fmla="*/ 879107 w 2417521"/>
                <a:gd name="connsiteY16" fmla="*/ 1122259 h 2267128"/>
                <a:gd name="connsiteX17" fmla="*/ 882588 w 2417521"/>
                <a:gd name="connsiteY17" fmla="*/ 1116582 h 2267128"/>
                <a:gd name="connsiteX18" fmla="*/ 867504 w 2417521"/>
                <a:gd name="connsiteY18" fmla="*/ 1108395 h 2267128"/>
                <a:gd name="connsiteX19" fmla="*/ 600350 w 2417521"/>
                <a:gd name="connsiteY19" fmla="*/ 605940 h 2267128"/>
                <a:gd name="connsiteX20" fmla="*/ 1206290 w 2417521"/>
                <a:gd name="connsiteY20" fmla="*/ 0 h 22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17521" h="2267128">
                  <a:moveTo>
                    <a:pt x="1206290" y="0"/>
                  </a:moveTo>
                  <a:cubicBezTo>
                    <a:pt x="1540941" y="0"/>
                    <a:pt x="1812230" y="271289"/>
                    <a:pt x="1812230" y="605940"/>
                  </a:cubicBezTo>
                  <a:cubicBezTo>
                    <a:pt x="1812230" y="815097"/>
                    <a:pt x="1706258" y="999503"/>
                    <a:pt x="1545077" y="1108395"/>
                  </a:cubicBezTo>
                  <a:lnTo>
                    <a:pt x="1532076" y="1115452"/>
                  </a:lnTo>
                  <a:lnTo>
                    <a:pt x="1533950" y="1118509"/>
                  </a:lnTo>
                  <a:lnTo>
                    <a:pt x="1603239" y="1086184"/>
                  </a:lnTo>
                  <a:cubicBezTo>
                    <a:pt x="1668203" y="1062398"/>
                    <a:pt x="1738376" y="1049416"/>
                    <a:pt x="1811581" y="1049416"/>
                  </a:cubicBezTo>
                  <a:cubicBezTo>
                    <a:pt x="2146232" y="1049416"/>
                    <a:pt x="2417521" y="1320705"/>
                    <a:pt x="2417521" y="1655356"/>
                  </a:cubicBezTo>
                  <a:cubicBezTo>
                    <a:pt x="2417521" y="1990007"/>
                    <a:pt x="2146232" y="2261296"/>
                    <a:pt x="1811581" y="2261296"/>
                  </a:cubicBezTo>
                  <a:cubicBezTo>
                    <a:pt x="1518762" y="2261296"/>
                    <a:pt x="1274454" y="2053590"/>
                    <a:pt x="1217952" y="1777474"/>
                  </a:cubicBezTo>
                  <a:lnTo>
                    <a:pt x="1209055" y="1689217"/>
                  </a:lnTo>
                  <a:lnTo>
                    <a:pt x="1199570" y="1783306"/>
                  </a:lnTo>
                  <a:cubicBezTo>
                    <a:pt x="1143068" y="2059422"/>
                    <a:pt x="898760" y="2267128"/>
                    <a:pt x="605940" y="2267128"/>
                  </a:cubicBezTo>
                  <a:cubicBezTo>
                    <a:pt x="271289" y="2267128"/>
                    <a:pt x="0" y="1995839"/>
                    <a:pt x="0" y="1661188"/>
                  </a:cubicBezTo>
                  <a:cubicBezTo>
                    <a:pt x="0" y="1326537"/>
                    <a:pt x="271289" y="1055248"/>
                    <a:pt x="605940" y="1055248"/>
                  </a:cubicBezTo>
                  <a:cubicBezTo>
                    <a:pt x="679145" y="1055248"/>
                    <a:pt x="749318" y="1068230"/>
                    <a:pt x="814283" y="1092016"/>
                  </a:cubicBezTo>
                  <a:lnTo>
                    <a:pt x="879107" y="1122259"/>
                  </a:lnTo>
                  <a:lnTo>
                    <a:pt x="882588" y="1116582"/>
                  </a:lnTo>
                  <a:lnTo>
                    <a:pt x="867504" y="1108395"/>
                  </a:lnTo>
                  <a:cubicBezTo>
                    <a:pt x="706322" y="999503"/>
                    <a:pt x="600350" y="815097"/>
                    <a:pt x="600350" y="605940"/>
                  </a:cubicBezTo>
                  <a:cubicBezTo>
                    <a:pt x="600350" y="271289"/>
                    <a:pt x="871639" y="0"/>
                    <a:pt x="1206290" y="0"/>
                  </a:cubicBezTo>
                  <a:close/>
                </a:path>
              </a:pathLst>
            </a:cu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7012471-B5E2-4BC5-944E-BC402AB018CC}"/>
                </a:ext>
              </a:extLst>
            </p:cNvPr>
            <p:cNvCxnSpPr>
              <a:cxnSpLocks/>
            </p:cNvCxnSpPr>
            <p:nvPr/>
          </p:nvCxnSpPr>
          <p:spPr>
            <a:xfrm>
              <a:off x="9723597" y="712955"/>
              <a:ext cx="1272458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31F0E8E-2734-4D21-9A83-BB8A265DD329}"/>
                </a:ext>
              </a:extLst>
            </p:cNvPr>
            <p:cNvCxnSpPr>
              <a:cxnSpLocks/>
            </p:cNvCxnSpPr>
            <p:nvPr/>
          </p:nvCxnSpPr>
          <p:spPr>
            <a:xfrm>
              <a:off x="8844213" y="1618794"/>
              <a:ext cx="261944" cy="152222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EA5768B-668A-40DA-81D8-09F9E24CB6C2}"/>
                </a:ext>
              </a:extLst>
            </p:cNvPr>
            <p:cNvSpPr txBox="1"/>
            <p:nvPr/>
          </p:nvSpPr>
          <p:spPr>
            <a:xfrm>
              <a:off x="8689461" y="2879276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4890469-A630-47D9-91A4-CC0B61D60A66}"/>
                </a:ext>
              </a:extLst>
            </p:cNvPr>
            <p:cNvSpPr txBox="1"/>
            <p:nvPr/>
          </p:nvSpPr>
          <p:spPr>
            <a:xfrm>
              <a:off x="10543044" y="2652506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84018FF-4ADB-4E5F-BD8C-C8568DC19717}"/>
                </a:ext>
              </a:extLst>
            </p:cNvPr>
            <p:cNvSpPr txBox="1"/>
            <p:nvPr/>
          </p:nvSpPr>
          <p:spPr>
            <a:xfrm>
              <a:off x="8701678" y="733417"/>
              <a:ext cx="421488" cy="337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2r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696925B-D768-45EF-91C4-902A76A3423D}"/>
                </a:ext>
              </a:extLst>
            </p:cNvPr>
            <p:cNvCxnSpPr>
              <a:cxnSpLocks/>
            </p:cNvCxnSpPr>
            <p:nvPr/>
          </p:nvCxnSpPr>
          <p:spPr>
            <a:xfrm>
              <a:off x="9671758" y="126610"/>
              <a:ext cx="1262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BA85E1D-96A3-4B37-AD9E-CE2F8E995903}"/>
                </a:ext>
              </a:extLst>
            </p:cNvPr>
            <p:cNvCxnSpPr>
              <a:cxnSpLocks/>
            </p:cNvCxnSpPr>
            <p:nvPr/>
          </p:nvCxnSpPr>
          <p:spPr>
            <a:xfrm>
              <a:off x="9723597" y="126610"/>
              <a:ext cx="174727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7818630-4B56-47AA-9464-C2862724DA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86226" y="526195"/>
              <a:ext cx="608009" cy="1044510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1D3225E-08F8-45CC-B01A-7EEE5802D41A}"/>
                    </a:ext>
                  </a:extLst>
                </p:cNvPr>
                <p:cNvSpPr txBox="1"/>
                <p:nvPr/>
              </p:nvSpPr>
              <p:spPr>
                <a:xfrm>
                  <a:off x="9453707" y="779685"/>
                  <a:ext cx="4214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TW" altLang="en-US" sz="105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1D3225E-08F8-45CC-B01A-7EEE5802D4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3707" y="779685"/>
                  <a:ext cx="421488" cy="2616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39FCC1B-93E5-4518-B1F2-AD0B69B608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18741" y="712955"/>
              <a:ext cx="4162" cy="700495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2A90438-BB78-4B7B-A684-77358ED6FF37}"/>
                </a:ext>
              </a:extLst>
            </p:cNvPr>
            <p:cNvSpPr/>
            <p:nvPr/>
          </p:nvSpPr>
          <p:spPr>
            <a:xfrm>
              <a:off x="9702823" y="1413450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Partial Circle 51">
              <a:extLst>
                <a:ext uri="{FF2B5EF4-FFF2-40B4-BE49-F238E27FC236}">
                  <a16:creationId xmlns:a16="http://schemas.microsoft.com/office/drawing/2014/main" id="{34AE23A7-9D63-4454-B327-325ABB88634C}"/>
                </a:ext>
              </a:extLst>
            </p:cNvPr>
            <p:cNvSpPr/>
            <p:nvPr/>
          </p:nvSpPr>
          <p:spPr>
            <a:xfrm>
              <a:off x="9587821" y="579537"/>
              <a:ext cx="283433" cy="283433"/>
            </a:xfrm>
            <a:prstGeom prst="pie">
              <a:avLst>
                <a:gd name="adj1" fmla="val 5400998"/>
                <a:gd name="adj2" fmla="val 730664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4E41904-656F-4AAA-AF5D-CC904E3EA3D2}"/>
                </a:ext>
              </a:extLst>
            </p:cNvPr>
            <p:cNvSpPr/>
            <p:nvPr/>
          </p:nvSpPr>
          <p:spPr>
            <a:xfrm>
              <a:off x="10310888" y="1763965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CFA5B7-9566-4DCE-BE92-F74944F1B139}"/>
                </a:ext>
              </a:extLst>
            </p:cNvPr>
            <p:cNvCxnSpPr>
              <a:cxnSpLocks/>
            </p:cNvCxnSpPr>
            <p:nvPr/>
          </p:nvCxnSpPr>
          <p:spPr>
            <a:xfrm>
              <a:off x="9723597" y="1430418"/>
              <a:ext cx="174727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62E8411-072B-4DF1-87BB-8B9D85CC97B4}"/>
                </a:ext>
              </a:extLst>
            </p:cNvPr>
            <p:cNvSpPr/>
            <p:nvPr/>
          </p:nvSpPr>
          <p:spPr>
            <a:xfrm>
              <a:off x="9705597" y="714550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A9E8299-5FAD-4D1B-9114-92D3E44953F9}"/>
                </a:ext>
              </a:extLst>
            </p:cNvPr>
            <p:cNvSpPr/>
            <p:nvPr/>
          </p:nvSpPr>
          <p:spPr>
            <a:xfrm>
              <a:off x="9105247" y="176979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419F293-6B5E-4BFB-BF29-8B8A06AAA6F7}"/>
                </a:ext>
              </a:extLst>
            </p:cNvPr>
            <p:cNvCxnSpPr>
              <a:cxnSpLocks/>
            </p:cNvCxnSpPr>
            <p:nvPr/>
          </p:nvCxnSpPr>
          <p:spPr>
            <a:xfrm>
              <a:off x="9453104" y="557759"/>
              <a:ext cx="262390" cy="152872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DF51ECB-B8E5-4E0E-AEF4-E909F315A8C6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9332917" y="526195"/>
              <a:ext cx="1262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1A943B-C8FF-4623-B6CE-6227CC752364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8726417" y="1587230"/>
              <a:ext cx="1262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Wave 97">
              <a:extLst>
                <a:ext uri="{FF2B5EF4-FFF2-40B4-BE49-F238E27FC236}">
                  <a16:creationId xmlns:a16="http://schemas.microsoft.com/office/drawing/2014/main" id="{DC1C8F25-B943-4F93-A026-6941CB253B0F}"/>
                </a:ext>
              </a:extLst>
            </p:cNvPr>
            <p:cNvSpPr/>
            <p:nvPr/>
          </p:nvSpPr>
          <p:spPr>
            <a:xfrm rot="4310759">
              <a:off x="10272452" y="2575453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Wave 97">
              <a:extLst>
                <a:ext uri="{FF2B5EF4-FFF2-40B4-BE49-F238E27FC236}">
                  <a16:creationId xmlns:a16="http://schemas.microsoft.com/office/drawing/2014/main" id="{5411FD51-D54A-43C3-A139-EA6D92F8862A}"/>
                </a:ext>
              </a:extLst>
            </p:cNvPr>
            <p:cNvSpPr/>
            <p:nvPr/>
          </p:nvSpPr>
          <p:spPr>
            <a:xfrm rot="17289241" flipH="1">
              <a:off x="8805669" y="2793361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B8D2F3D-C497-4C8D-8A15-806955F864A0}"/>
                </a:ext>
              </a:extLst>
            </p:cNvPr>
            <p:cNvCxnSpPr>
              <a:cxnSpLocks/>
            </p:cNvCxnSpPr>
            <p:nvPr/>
          </p:nvCxnSpPr>
          <p:spPr>
            <a:xfrm>
              <a:off x="11539295" y="126610"/>
              <a:ext cx="0" cy="1303808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705E618-E0B4-4E65-9B85-DEAD65E4E0D1}"/>
                </a:ext>
              </a:extLst>
            </p:cNvPr>
            <p:cNvSpPr txBox="1"/>
            <p:nvPr/>
          </p:nvSpPr>
          <p:spPr>
            <a:xfrm>
              <a:off x="11470868" y="547883"/>
              <a:ext cx="421488" cy="34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1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sz="1100" i="1" dirty="0">
                <a:latin typeface="Cambria Math" panose="020405030504060302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75B10C9-69D0-4FEF-BC60-9FED463D097E}"/>
                </a:ext>
              </a:extLst>
            </p:cNvPr>
            <p:cNvSpPr txBox="1"/>
            <p:nvPr/>
          </p:nvSpPr>
          <p:spPr>
            <a:xfrm>
              <a:off x="11033214" y="860021"/>
              <a:ext cx="421488" cy="34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CFE1FBC-17A1-49E4-8A76-F3ED2156A460}"/>
                </a:ext>
              </a:extLst>
            </p:cNvPr>
            <p:cNvSpPr txBox="1"/>
            <p:nvPr/>
          </p:nvSpPr>
          <p:spPr>
            <a:xfrm>
              <a:off x="11033214" y="235116"/>
              <a:ext cx="421488" cy="34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81EE057-F914-4A88-9B76-0983D2B0577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8552" y="712955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2DC4093-CBFB-465A-B5ED-2C46DFBACFDC}"/>
                </a:ext>
              </a:extLst>
            </p:cNvPr>
            <p:cNvCxnSpPr>
              <a:cxnSpLocks/>
            </p:cNvCxnSpPr>
            <p:nvPr/>
          </p:nvCxnSpPr>
          <p:spPr>
            <a:xfrm>
              <a:off x="11476169" y="126610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FF57581-9D27-4C61-A052-E1909CA5D5B9}"/>
                </a:ext>
              </a:extLst>
            </p:cNvPr>
            <p:cNvCxnSpPr>
              <a:cxnSpLocks/>
            </p:cNvCxnSpPr>
            <p:nvPr/>
          </p:nvCxnSpPr>
          <p:spPr>
            <a:xfrm>
              <a:off x="11094857" y="126610"/>
              <a:ext cx="1388" cy="586345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5CF7CAA-B23C-4D27-9705-ED62A26EB30C}"/>
                </a:ext>
              </a:extLst>
            </p:cNvPr>
            <p:cNvCxnSpPr>
              <a:cxnSpLocks/>
            </p:cNvCxnSpPr>
            <p:nvPr/>
          </p:nvCxnSpPr>
          <p:spPr>
            <a:xfrm>
              <a:off x="11476169" y="1430934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10A7A2C-BF33-4238-B71F-E2B298B7F3AA}"/>
                </a:ext>
              </a:extLst>
            </p:cNvPr>
            <p:cNvCxnSpPr>
              <a:cxnSpLocks/>
            </p:cNvCxnSpPr>
            <p:nvPr/>
          </p:nvCxnSpPr>
          <p:spPr>
            <a:xfrm>
              <a:off x="11028552" y="1430934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FFF27C2-CAAF-4371-BE32-2EACF67887FA}"/>
                </a:ext>
              </a:extLst>
            </p:cNvPr>
            <p:cNvCxnSpPr>
              <a:cxnSpLocks/>
            </p:cNvCxnSpPr>
            <p:nvPr/>
          </p:nvCxnSpPr>
          <p:spPr>
            <a:xfrm>
              <a:off x="11028552" y="126610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E31A9E8-5853-4922-B19D-45E35F062F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083" y="712955"/>
              <a:ext cx="4162" cy="700495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0FF06DC-FF39-4FFA-AB8C-DEAFCF3FF2B8}"/>
              </a:ext>
            </a:extLst>
          </p:cNvPr>
          <p:cNvGrpSpPr/>
          <p:nvPr/>
        </p:nvGrpSpPr>
        <p:grpSpPr>
          <a:xfrm>
            <a:off x="6109186" y="3734217"/>
            <a:ext cx="2200382" cy="2701445"/>
            <a:chOff x="4784083" y="3153792"/>
            <a:chExt cx="2928708" cy="359562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D77A7552-25BD-4EAC-BA91-7590B2203375}"/>
                </a:ext>
              </a:extLst>
            </p:cNvPr>
            <p:cNvSpPr/>
            <p:nvPr/>
          </p:nvSpPr>
          <p:spPr>
            <a:xfrm>
              <a:off x="5100020" y="3904524"/>
              <a:ext cx="2612771" cy="2612771"/>
            </a:xfrm>
            <a:prstGeom prst="ellipse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E643092-E292-4247-A980-DF448D1E85A7}"/>
                </a:ext>
              </a:extLst>
            </p:cNvPr>
            <p:cNvSpPr/>
            <p:nvPr/>
          </p:nvSpPr>
          <p:spPr>
            <a:xfrm>
              <a:off x="5326405" y="5210909"/>
              <a:ext cx="1080000" cy="108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4216E7D-6072-4F12-A522-65A92E9D740B}"/>
                </a:ext>
              </a:extLst>
            </p:cNvPr>
            <p:cNvSpPr/>
            <p:nvPr/>
          </p:nvSpPr>
          <p:spPr>
            <a:xfrm>
              <a:off x="6406405" y="5210909"/>
              <a:ext cx="1080000" cy="108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37254E0-ED47-4C06-B51A-FB582B48D68D}"/>
                </a:ext>
              </a:extLst>
            </p:cNvPr>
            <p:cNvSpPr/>
            <p:nvPr/>
          </p:nvSpPr>
          <p:spPr>
            <a:xfrm>
              <a:off x="5326405" y="4130909"/>
              <a:ext cx="1080000" cy="108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2D3746F-7B95-4854-9473-3F6A0FEE9A13}"/>
                </a:ext>
              </a:extLst>
            </p:cNvPr>
            <p:cNvSpPr/>
            <p:nvPr/>
          </p:nvSpPr>
          <p:spPr>
            <a:xfrm>
              <a:off x="6406405" y="4130909"/>
              <a:ext cx="1080000" cy="108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Partial Circle 78">
              <a:extLst>
                <a:ext uri="{FF2B5EF4-FFF2-40B4-BE49-F238E27FC236}">
                  <a16:creationId xmlns:a16="http://schemas.microsoft.com/office/drawing/2014/main" id="{CCE50476-19CE-4961-A3FC-544F7DFDBB95}"/>
                </a:ext>
              </a:extLst>
            </p:cNvPr>
            <p:cNvSpPr/>
            <p:nvPr/>
          </p:nvSpPr>
          <p:spPr>
            <a:xfrm flipH="1">
              <a:off x="5726937" y="4531024"/>
              <a:ext cx="283433" cy="283433"/>
            </a:xfrm>
            <a:prstGeom prst="pie">
              <a:avLst>
                <a:gd name="adj1" fmla="val 5400998"/>
                <a:gd name="adj2" fmla="val 808229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42F8EF3-243F-419F-8B6E-C12BF0DE39BF}"/>
                </a:ext>
              </a:extLst>
            </p:cNvPr>
            <p:cNvSpPr/>
            <p:nvPr/>
          </p:nvSpPr>
          <p:spPr>
            <a:xfrm>
              <a:off x="6388406" y="519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0A60FB2-AD77-496C-995D-CB84DA02DA2A}"/>
                </a:ext>
              </a:extLst>
            </p:cNvPr>
            <p:cNvSpPr/>
            <p:nvPr/>
          </p:nvSpPr>
          <p:spPr>
            <a:xfrm>
              <a:off x="5866405" y="4670909"/>
              <a:ext cx="1080000" cy="108000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97B5E85-0009-4D5F-9D75-9001B53E31FC}"/>
                </a:ext>
              </a:extLst>
            </p:cNvPr>
            <p:cNvSpPr/>
            <p:nvPr/>
          </p:nvSpPr>
          <p:spPr>
            <a:xfrm>
              <a:off x="5848405" y="573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4C0B980-2F1B-4E29-9DE7-EC8DD5AD2EF4}"/>
                </a:ext>
              </a:extLst>
            </p:cNvPr>
            <p:cNvSpPr/>
            <p:nvPr/>
          </p:nvSpPr>
          <p:spPr>
            <a:xfrm>
              <a:off x="6928406" y="573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574778D1-78C6-42FE-9966-18AC46CEB12C}"/>
                </a:ext>
              </a:extLst>
            </p:cNvPr>
            <p:cNvSpPr/>
            <p:nvPr/>
          </p:nvSpPr>
          <p:spPr>
            <a:xfrm>
              <a:off x="6928406" y="465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C799A39-CB91-4050-AF4B-F1DA6541F23F}"/>
                </a:ext>
              </a:extLst>
            </p:cNvPr>
            <p:cNvSpPr/>
            <p:nvPr/>
          </p:nvSpPr>
          <p:spPr>
            <a:xfrm>
              <a:off x="5326405" y="4130909"/>
              <a:ext cx="2160000" cy="2160000"/>
            </a:xfrm>
            <a:custGeom>
              <a:avLst/>
              <a:gdLst>
                <a:gd name="connsiteX0" fmla="*/ 540000 w 2160000"/>
                <a:gd name="connsiteY0" fmla="*/ 0 h 2160000"/>
                <a:gd name="connsiteX1" fmla="*/ 1069029 w 2160000"/>
                <a:gd name="connsiteY1" fmla="*/ 431171 h 2160000"/>
                <a:gd name="connsiteX2" fmla="*/ 1072742 w 2160000"/>
                <a:gd name="connsiteY2" fmla="*/ 468001 h 2160000"/>
                <a:gd name="connsiteX3" fmla="*/ 1087258 w 2160000"/>
                <a:gd name="connsiteY3" fmla="*/ 468001 h 2160000"/>
                <a:gd name="connsiteX4" fmla="*/ 1090971 w 2160000"/>
                <a:gd name="connsiteY4" fmla="*/ 431171 h 2160000"/>
                <a:gd name="connsiteX5" fmla="*/ 1620000 w 2160000"/>
                <a:gd name="connsiteY5" fmla="*/ 0 h 2160000"/>
                <a:gd name="connsiteX6" fmla="*/ 2160000 w 2160000"/>
                <a:gd name="connsiteY6" fmla="*/ 540000 h 2160000"/>
                <a:gd name="connsiteX7" fmla="*/ 1728829 w 2160000"/>
                <a:gd name="connsiteY7" fmla="*/ 1069029 h 2160000"/>
                <a:gd name="connsiteX8" fmla="*/ 1692000 w 2160000"/>
                <a:gd name="connsiteY8" fmla="*/ 1072742 h 2160000"/>
                <a:gd name="connsiteX9" fmla="*/ 1692000 w 2160000"/>
                <a:gd name="connsiteY9" fmla="*/ 1087258 h 2160000"/>
                <a:gd name="connsiteX10" fmla="*/ 1728829 w 2160000"/>
                <a:gd name="connsiteY10" fmla="*/ 1090971 h 2160000"/>
                <a:gd name="connsiteX11" fmla="*/ 2160000 w 2160000"/>
                <a:gd name="connsiteY11" fmla="*/ 1620000 h 2160000"/>
                <a:gd name="connsiteX12" fmla="*/ 1620000 w 2160000"/>
                <a:gd name="connsiteY12" fmla="*/ 2160000 h 2160000"/>
                <a:gd name="connsiteX13" fmla="*/ 1090971 w 2160000"/>
                <a:gd name="connsiteY13" fmla="*/ 1728829 h 2160000"/>
                <a:gd name="connsiteX14" fmla="*/ 1087258 w 2160000"/>
                <a:gd name="connsiteY14" fmla="*/ 1692001 h 2160000"/>
                <a:gd name="connsiteX15" fmla="*/ 1072742 w 2160000"/>
                <a:gd name="connsiteY15" fmla="*/ 1692001 h 2160000"/>
                <a:gd name="connsiteX16" fmla="*/ 1069029 w 2160000"/>
                <a:gd name="connsiteY16" fmla="*/ 1728829 h 2160000"/>
                <a:gd name="connsiteX17" fmla="*/ 540000 w 2160000"/>
                <a:gd name="connsiteY17" fmla="*/ 2160000 h 2160000"/>
                <a:gd name="connsiteX18" fmla="*/ 0 w 2160000"/>
                <a:gd name="connsiteY18" fmla="*/ 1620000 h 2160000"/>
                <a:gd name="connsiteX19" fmla="*/ 431171 w 2160000"/>
                <a:gd name="connsiteY19" fmla="*/ 1090971 h 2160000"/>
                <a:gd name="connsiteX20" fmla="*/ 468000 w 2160000"/>
                <a:gd name="connsiteY20" fmla="*/ 1087258 h 2160000"/>
                <a:gd name="connsiteX21" fmla="*/ 468000 w 2160000"/>
                <a:gd name="connsiteY21" fmla="*/ 1072742 h 2160000"/>
                <a:gd name="connsiteX22" fmla="*/ 431171 w 2160000"/>
                <a:gd name="connsiteY22" fmla="*/ 1069029 h 2160000"/>
                <a:gd name="connsiteX23" fmla="*/ 0 w 2160000"/>
                <a:gd name="connsiteY23" fmla="*/ 540000 h 2160000"/>
                <a:gd name="connsiteX24" fmla="*/ 540000 w 2160000"/>
                <a:gd name="connsiteY24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60000" h="2160000">
                  <a:moveTo>
                    <a:pt x="540000" y="0"/>
                  </a:moveTo>
                  <a:cubicBezTo>
                    <a:pt x="800955" y="0"/>
                    <a:pt x="1018676" y="185102"/>
                    <a:pt x="1069029" y="431171"/>
                  </a:cubicBezTo>
                  <a:lnTo>
                    <a:pt x="1072742" y="468001"/>
                  </a:lnTo>
                  <a:lnTo>
                    <a:pt x="1087258" y="468001"/>
                  </a:lnTo>
                  <a:lnTo>
                    <a:pt x="1090971" y="431171"/>
                  </a:lnTo>
                  <a:cubicBezTo>
                    <a:pt x="1141324" y="185102"/>
                    <a:pt x="1359045" y="0"/>
                    <a:pt x="1620000" y="0"/>
                  </a:cubicBezTo>
                  <a:cubicBezTo>
                    <a:pt x="1918234" y="0"/>
                    <a:pt x="2160000" y="241766"/>
                    <a:pt x="2160000" y="540000"/>
                  </a:cubicBezTo>
                  <a:cubicBezTo>
                    <a:pt x="2160000" y="800955"/>
                    <a:pt x="1974898" y="1018676"/>
                    <a:pt x="1728829" y="1069029"/>
                  </a:cubicBezTo>
                  <a:lnTo>
                    <a:pt x="1692000" y="1072742"/>
                  </a:lnTo>
                  <a:lnTo>
                    <a:pt x="1692000" y="1087258"/>
                  </a:lnTo>
                  <a:lnTo>
                    <a:pt x="1728829" y="1090971"/>
                  </a:lnTo>
                  <a:cubicBezTo>
                    <a:pt x="1974898" y="1141324"/>
                    <a:pt x="2160000" y="1359046"/>
                    <a:pt x="2160000" y="1620000"/>
                  </a:cubicBezTo>
                  <a:cubicBezTo>
                    <a:pt x="2160000" y="1918234"/>
                    <a:pt x="1918234" y="2160000"/>
                    <a:pt x="1620000" y="2160000"/>
                  </a:cubicBezTo>
                  <a:cubicBezTo>
                    <a:pt x="1359045" y="2160000"/>
                    <a:pt x="1141324" y="1974898"/>
                    <a:pt x="1090971" y="1728829"/>
                  </a:cubicBezTo>
                  <a:lnTo>
                    <a:pt x="1087258" y="1692001"/>
                  </a:lnTo>
                  <a:lnTo>
                    <a:pt x="1072742" y="1692001"/>
                  </a:lnTo>
                  <a:lnTo>
                    <a:pt x="1069029" y="1728829"/>
                  </a:lnTo>
                  <a:cubicBezTo>
                    <a:pt x="1018676" y="1974898"/>
                    <a:pt x="800955" y="2160000"/>
                    <a:pt x="540000" y="2160000"/>
                  </a:cubicBezTo>
                  <a:cubicBezTo>
                    <a:pt x="241766" y="2160000"/>
                    <a:pt x="0" y="1918234"/>
                    <a:pt x="0" y="1620000"/>
                  </a:cubicBezTo>
                  <a:cubicBezTo>
                    <a:pt x="0" y="1359046"/>
                    <a:pt x="185102" y="1141324"/>
                    <a:pt x="431171" y="1090971"/>
                  </a:cubicBezTo>
                  <a:lnTo>
                    <a:pt x="468000" y="1087258"/>
                  </a:lnTo>
                  <a:lnTo>
                    <a:pt x="468000" y="1072742"/>
                  </a:lnTo>
                  <a:lnTo>
                    <a:pt x="431171" y="1069029"/>
                  </a:lnTo>
                  <a:cubicBezTo>
                    <a:pt x="185102" y="1018676"/>
                    <a:pt x="0" y="800955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FFAF37C-9B91-472E-9792-8E4C7FB4A38F}"/>
                </a:ext>
              </a:extLst>
            </p:cNvPr>
            <p:cNvCxnSpPr>
              <a:cxnSpLocks/>
              <a:stCxn id="87" idx="5"/>
              <a:endCxn id="80" idx="1"/>
            </p:cNvCxnSpPr>
            <p:nvPr/>
          </p:nvCxnSpPr>
          <p:spPr>
            <a:xfrm>
              <a:off x="5879133" y="4683637"/>
              <a:ext cx="514545" cy="514544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4F1B062-3E1F-4F0F-8FA1-29FADA2BB49B}"/>
                </a:ext>
              </a:extLst>
            </p:cNvPr>
            <p:cNvSpPr/>
            <p:nvPr/>
          </p:nvSpPr>
          <p:spPr>
            <a:xfrm>
              <a:off x="5848405" y="46529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E64836C-621F-48C5-95E5-4C0310BCA845}"/>
                </a:ext>
              </a:extLst>
            </p:cNvPr>
            <p:cNvSpPr txBox="1"/>
            <p:nvPr/>
          </p:nvSpPr>
          <p:spPr>
            <a:xfrm>
              <a:off x="4784083" y="6085629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3A263E9-770F-4ACB-9B3C-68EA51ED1782}"/>
                </a:ext>
              </a:extLst>
            </p:cNvPr>
            <p:cNvSpPr txBox="1"/>
            <p:nvPr/>
          </p:nvSpPr>
          <p:spPr>
            <a:xfrm>
              <a:off x="6096634" y="6380084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90" name="Wave 97">
              <a:extLst>
                <a:ext uri="{FF2B5EF4-FFF2-40B4-BE49-F238E27FC236}">
                  <a16:creationId xmlns:a16="http://schemas.microsoft.com/office/drawing/2014/main" id="{A3B5AE73-44C6-4669-AB5F-9E4713812650}"/>
                </a:ext>
              </a:extLst>
            </p:cNvPr>
            <p:cNvSpPr/>
            <p:nvPr/>
          </p:nvSpPr>
          <p:spPr>
            <a:xfrm rot="17289241" flipH="1">
              <a:off x="6163011" y="6295764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Wave 97">
              <a:extLst>
                <a:ext uri="{FF2B5EF4-FFF2-40B4-BE49-F238E27FC236}">
                  <a16:creationId xmlns:a16="http://schemas.microsoft.com/office/drawing/2014/main" id="{F5C4E6DE-90D8-4C4B-BB2C-E7F6BFD3CBC4}"/>
                </a:ext>
              </a:extLst>
            </p:cNvPr>
            <p:cNvSpPr/>
            <p:nvPr/>
          </p:nvSpPr>
          <p:spPr>
            <a:xfrm rot="17289241" flipH="1">
              <a:off x="4900291" y="5999714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BA756117-F891-4BAB-B33E-E1563C2E4635}"/>
                    </a:ext>
                  </a:extLst>
                </p:cNvPr>
                <p:cNvSpPr txBox="1"/>
                <p:nvPr/>
              </p:nvSpPr>
              <p:spPr>
                <a:xfrm>
                  <a:off x="5736239" y="4713488"/>
                  <a:ext cx="4214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TW" altLang="en-US" sz="105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BA756117-F891-4BAB-B33E-E1563C2E4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6239" y="4713488"/>
                  <a:ext cx="421488" cy="2616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AAFAFAA-1247-4FCA-AD52-96AEF46F30BA}"/>
                </a:ext>
              </a:extLst>
            </p:cNvPr>
            <p:cNvSpPr txBox="1"/>
            <p:nvPr/>
          </p:nvSpPr>
          <p:spPr>
            <a:xfrm>
              <a:off x="5274731" y="5011098"/>
              <a:ext cx="421488" cy="337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2r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2197E0D-0ACD-47AC-A86C-3F4E97447C98}"/>
                </a:ext>
              </a:extLst>
            </p:cNvPr>
            <p:cNvCxnSpPr>
              <a:cxnSpLocks/>
            </p:cNvCxnSpPr>
            <p:nvPr/>
          </p:nvCxnSpPr>
          <p:spPr>
            <a:xfrm>
              <a:off x="5623278" y="4670909"/>
              <a:ext cx="0" cy="1080000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D2871CA-85DE-4AED-BB6A-DBFD8C90536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76405" y="4580909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2F75672-8201-4071-92DC-66B75ECC4A0C}"/>
                </a:ext>
              </a:extLst>
            </p:cNvPr>
            <p:cNvCxnSpPr>
              <a:cxnSpLocks/>
            </p:cNvCxnSpPr>
            <p:nvPr/>
          </p:nvCxnSpPr>
          <p:spPr>
            <a:xfrm>
              <a:off x="5560152" y="4670909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F88AC84-6F8E-460F-B343-BBF9312735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76405" y="5660909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E7EB2B1-9D57-4F70-9544-B854C1726A8E}"/>
                </a:ext>
              </a:extLst>
            </p:cNvPr>
            <p:cNvCxnSpPr>
              <a:cxnSpLocks/>
            </p:cNvCxnSpPr>
            <p:nvPr/>
          </p:nvCxnSpPr>
          <p:spPr>
            <a:xfrm>
              <a:off x="5560152" y="5750909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248EB9B-63DC-4757-90C2-168A1E305837}"/>
                </a:ext>
              </a:extLst>
            </p:cNvPr>
            <p:cNvSpPr txBox="1"/>
            <p:nvPr/>
          </p:nvSpPr>
          <p:spPr>
            <a:xfrm>
              <a:off x="7146246" y="3153792"/>
              <a:ext cx="421488" cy="337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477FBD9-7AD1-4F22-9DC3-1D036FA6430A}"/>
                </a:ext>
              </a:extLst>
            </p:cNvPr>
            <p:cNvGrpSpPr/>
            <p:nvPr/>
          </p:nvGrpSpPr>
          <p:grpSpPr>
            <a:xfrm rot="18900000">
              <a:off x="5670677" y="3424836"/>
              <a:ext cx="1897880" cy="1306385"/>
              <a:chOff x="3266509" y="6095463"/>
              <a:chExt cx="1897880" cy="1306385"/>
            </a:xfrm>
          </p:grpSpPr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25FBF14-3749-4F0A-8528-90F7EC7AAC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1262" y="6096475"/>
                <a:ext cx="0" cy="1303808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0C368C8-46E0-4768-ABE1-A46B99FD3D97}"/>
                  </a:ext>
                </a:extLst>
              </p:cNvPr>
              <p:cNvSpPr txBox="1"/>
              <p:nvPr/>
            </p:nvSpPr>
            <p:spPr>
              <a:xfrm rot="2700000">
                <a:off x="4624935" y="6834481"/>
                <a:ext cx="421488" cy="337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5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endParaRPr lang="zh-TW" altLang="en-US" sz="1050" i="1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C708FC5-D53E-434A-9D31-EC822C17DF41}"/>
                  </a:ext>
                </a:extLst>
              </p:cNvPr>
              <p:cNvSpPr txBox="1"/>
              <p:nvPr/>
            </p:nvSpPr>
            <p:spPr>
              <a:xfrm rot="2700000">
                <a:off x="4624932" y="6209575"/>
                <a:ext cx="421488" cy="337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5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</a:t>
                </a:r>
                <a:endParaRPr lang="zh-TW" altLang="en-US" sz="1050" i="1" dirty="0">
                  <a:latin typeface="Cambria Math" panose="02040503050406030204" pitchFamily="18" charset="0"/>
                </a:endParaRP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5C671505-283B-473A-8A6B-B0C238D87A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6623619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B5446DA5-BD32-4700-81D9-330B1FC6A9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8136" y="6096475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EF363BED-9C61-4AEF-91F1-6B1533AF4AA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490589" y="6176074"/>
                <a:ext cx="377067" cy="366782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7C8B4849-64B2-47C3-8962-A905D01DA5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8136" y="7400799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7A3B2FBE-7BEE-4213-A5C8-1CE46DB6B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7401848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543CD3E-D9B9-4187-88B6-DC48F3A0AB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9181" y="6096475"/>
                <a:ext cx="126253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ADC37FA8-745D-4066-B36B-C2F84BE36A3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403250" y="6739770"/>
                <a:ext cx="543055" cy="548898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C92BB1E7-ABA3-4286-84D5-71902F4134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6509" y="6095463"/>
                <a:ext cx="174727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D04DE8F-9157-4A6B-8A45-F4DEE15A8F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6509" y="7401848"/>
                <a:ext cx="174727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8DAA756D-B0A1-4D1F-801C-4882467024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1909" y="6628110"/>
                <a:ext cx="1272458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9B14A41-419C-4FDD-9808-7055748635B2}"/>
              </a:ext>
            </a:extLst>
          </p:cNvPr>
          <p:cNvGrpSpPr/>
          <p:nvPr/>
        </p:nvGrpSpPr>
        <p:grpSpPr>
          <a:xfrm>
            <a:off x="9099542" y="4293030"/>
            <a:ext cx="2774971" cy="2049430"/>
            <a:chOff x="8256407" y="3491162"/>
            <a:chExt cx="3693487" cy="2727791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F6D2795-3183-426E-850F-240DBC868C8E}"/>
                </a:ext>
              </a:extLst>
            </p:cNvPr>
            <p:cNvCxnSpPr>
              <a:cxnSpLocks/>
            </p:cNvCxnSpPr>
            <p:nvPr/>
          </p:nvCxnSpPr>
          <p:spPr>
            <a:xfrm>
              <a:off x="11596833" y="3492174"/>
              <a:ext cx="0" cy="1303808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966DA394-E776-47DE-A1EA-349F8A842437}"/>
                </a:ext>
              </a:extLst>
            </p:cNvPr>
            <p:cNvSpPr txBox="1"/>
            <p:nvPr/>
          </p:nvSpPr>
          <p:spPr>
            <a:xfrm>
              <a:off x="11528406" y="3913447"/>
              <a:ext cx="421488" cy="34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1056318-6680-4294-B974-DBCD168BCDA2}"/>
                </a:ext>
              </a:extLst>
            </p:cNvPr>
            <p:cNvSpPr txBox="1"/>
            <p:nvPr/>
          </p:nvSpPr>
          <p:spPr>
            <a:xfrm>
              <a:off x="11109414" y="4225585"/>
              <a:ext cx="421488" cy="34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D99D933-588E-44DA-A777-6064FD21D675}"/>
                </a:ext>
              </a:extLst>
            </p:cNvPr>
            <p:cNvSpPr txBox="1"/>
            <p:nvPr/>
          </p:nvSpPr>
          <p:spPr>
            <a:xfrm>
              <a:off x="11109414" y="3600681"/>
              <a:ext cx="421488" cy="34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6C395C4-A507-4238-8FC6-6A069ED6263B}"/>
                </a:ext>
              </a:extLst>
            </p:cNvPr>
            <p:cNvCxnSpPr>
              <a:cxnSpLocks/>
            </p:cNvCxnSpPr>
            <p:nvPr/>
          </p:nvCxnSpPr>
          <p:spPr>
            <a:xfrm>
              <a:off x="11104752" y="3969928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A427840-841E-4DB5-9150-DAF8B33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1533707" y="3492174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2E22936-37F1-4AD5-935A-6B5CA147AA67}"/>
                </a:ext>
              </a:extLst>
            </p:cNvPr>
            <p:cNvCxnSpPr>
              <a:cxnSpLocks/>
            </p:cNvCxnSpPr>
            <p:nvPr/>
          </p:nvCxnSpPr>
          <p:spPr>
            <a:xfrm>
              <a:off x="11171057" y="3492174"/>
              <a:ext cx="0" cy="477754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8F76372-F974-4FC3-B951-62D17BC8B212}"/>
                </a:ext>
              </a:extLst>
            </p:cNvPr>
            <p:cNvCxnSpPr>
              <a:cxnSpLocks/>
            </p:cNvCxnSpPr>
            <p:nvPr/>
          </p:nvCxnSpPr>
          <p:spPr>
            <a:xfrm>
              <a:off x="11533707" y="4796498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12CA523A-693E-477C-B274-10C74506CB10}"/>
                </a:ext>
              </a:extLst>
            </p:cNvPr>
            <p:cNvCxnSpPr>
              <a:cxnSpLocks/>
            </p:cNvCxnSpPr>
            <p:nvPr/>
          </p:nvCxnSpPr>
          <p:spPr>
            <a:xfrm>
              <a:off x="11104752" y="4797547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13DB5D5-BF5B-4065-BFF3-B0CB3DB42D45}"/>
                </a:ext>
              </a:extLst>
            </p:cNvPr>
            <p:cNvCxnSpPr>
              <a:cxnSpLocks/>
            </p:cNvCxnSpPr>
            <p:nvPr/>
          </p:nvCxnSpPr>
          <p:spPr>
            <a:xfrm>
              <a:off x="11104752" y="3492174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5520F25-DAC8-4BF9-B455-CA531D286283}"/>
                </a:ext>
              </a:extLst>
            </p:cNvPr>
            <p:cNvCxnSpPr>
              <a:cxnSpLocks/>
            </p:cNvCxnSpPr>
            <p:nvPr/>
          </p:nvCxnSpPr>
          <p:spPr>
            <a:xfrm>
              <a:off x="11168283" y="3968880"/>
              <a:ext cx="0" cy="827102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F5582632-5103-4E3A-9824-DBFAEF7CBF59}"/>
                </a:ext>
              </a:extLst>
            </p:cNvPr>
            <p:cNvGrpSpPr/>
            <p:nvPr/>
          </p:nvGrpSpPr>
          <p:grpSpPr>
            <a:xfrm>
              <a:off x="8948800" y="3983483"/>
              <a:ext cx="1654935" cy="1638549"/>
              <a:chOff x="8127311" y="1637765"/>
              <a:chExt cx="1820428" cy="1802404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F6B97724-71CB-4975-91A6-35AC473C485D}"/>
                  </a:ext>
                </a:extLst>
              </p:cNvPr>
              <p:cNvSpPr/>
              <p:nvPr/>
            </p:nvSpPr>
            <p:spPr>
              <a:xfrm>
                <a:off x="8127311" y="1637765"/>
                <a:ext cx="1820428" cy="1802404"/>
              </a:xfrm>
              <a:prstGeom prst="ellipse">
                <a:avLst/>
              </a:prstGeom>
              <a:pattFill prst="pct20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8" name="Pentagon 157">
                <a:extLst>
                  <a:ext uri="{FF2B5EF4-FFF2-40B4-BE49-F238E27FC236}">
                    <a16:creationId xmlns:a16="http://schemas.microsoft.com/office/drawing/2014/main" id="{2E919CAC-7856-4EE7-8E2D-D70F4D45ED77}"/>
                  </a:ext>
                </a:extLst>
              </p:cNvPr>
              <p:cNvSpPr/>
              <p:nvPr/>
            </p:nvSpPr>
            <p:spPr>
              <a:xfrm>
                <a:off x="8187070" y="1645033"/>
                <a:ext cx="1700911" cy="1619915"/>
              </a:xfrm>
              <a:prstGeom prst="pen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8D5A2144-E9B4-405E-B741-D5238CE4150B}"/>
                </a:ext>
              </a:extLst>
            </p:cNvPr>
            <p:cNvSpPr/>
            <p:nvPr/>
          </p:nvSpPr>
          <p:spPr>
            <a:xfrm>
              <a:off x="8473694" y="3491162"/>
              <a:ext cx="2612771" cy="2612771"/>
            </a:xfrm>
            <a:prstGeom prst="ellipse">
              <a:avLst/>
            </a:prstGeom>
            <a:pattFill prst="pct3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9A561E1A-D48C-4D26-8E30-81AF23CBAF52}"/>
                </a:ext>
              </a:extLst>
            </p:cNvPr>
            <p:cNvSpPr/>
            <p:nvPr/>
          </p:nvSpPr>
          <p:spPr>
            <a:xfrm>
              <a:off x="10073391" y="4072761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B98A32F0-7E84-49AA-94F3-EFE20FC3436E}"/>
                </a:ext>
              </a:extLst>
            </p:cNvPr>
            <p:cNvSpPr/>
            <p:nvPr/>
          </p:nvSpPr>
          <p:spPr>
            <a:xfrm>
              <a:off x="9784875" y="4991466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CCFEF65F-9CBA-405C-AE8D-0337FC8964B0}"/>
                </a:ext>
              </a:extLst>
            </p:cNvPr>
            <p:cNvSpPr/>
            <p:nvPr/>
          </p:nvSpPr>
          <p:spPr>
            <a:xfrm>
              <a:off x="8816643" y="4983910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0F932ABC-E867-471F-8D9B-B5F873B142FD}"/>
                </a:ext>
              </a:extLst>
            </p:cNvPr>
            <p:cNvSpPr/>
            <p:nvPr/>
          </p:nvSpPr>
          <p:spPr>
            <a:xfrm>
              <a:off x="8526829" y="4066718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F7959286-9C14-4318-9ABF-68E846974538}"/>
                </a:ext>
              </a:extLst>
            </p:cNvPr>
            <p:cNvSpPr/>
            <p:nvPr/>
          </p:nvSpPr>
          <p:spPr>
            <a:xfrm>
              <a:off x="9296064" y="3491162"/>
              <a:ext cx="968031" cy="958447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Partial Circle 132">
              <a:extLst>
                <a:ext uri="{FF2B5EF4-FFF2-40B4-BE49-F238E27FC236}">
                  <a16:creationId xmlns:a16="http://schemas.microsoft.com/office/drawing/2014/main" id="{89BFD579-25B5-4BC2-8056-5D105695110B}"/>
                </a:ext>
              </a:extLst>
            </p:cNvPr>
            <p:cNvSpPr/>
            <p:nvPr/>
          </p:nvSpPr>
          <p:spPr>
            <a:xfrm>
              <a:off x="9645107" y="3842839"/>
              <a:ext cx="283433" cy="283433"/>
            </a:xfrm>
            <a:prstGeom prst="pie">
              <a:avLst>
                <a:gd name="adj1" fmla="val 5400998"/>
                <a:gd name="adj2" fmla="val 8573686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4" name="Pentagon 133">
              <a:extLst>
                <a:ext uri="{FF2B5EF4-FFF2-40B4-BE49-F238E27FC236}">
                  <a16:creationId xmlns:a16="http://schemas.microsoft.com/office/drawing/2014/main" id="{2C2E7EE7-86E3-496D-A620-1CF6BBC42857}"/>
                </a:ext>
              </a:extLst>
            </p:cNvPr>
            <p:cNvSpPr/>
            <p:nvPr/>
          </p:nvSpPr>
          <p:spPr>
            <a:xfrm>
              <a:off x="9009219" y="3988434"/>
              <a:ext cx="1546283" cy="1472650"/>
            </a:xfrm>
            <a:prstGeom prst="pentagon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B8DC40CE-5544-4A9E-8FF3-5A2FB5EF81F2}"/>
                </a:ext>
              </a:extLst>
            </p:cNvPr>
            <p:cNvSpPr/>
            <p:nvPr/>
          </p:nvSpPr>
          <p:spPr>
            <a:xfrm>
              <a:off x="8992845" y="4527942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B897237-F073-4A7D-B25E-AEDF66D2D18B}"/>
                </a:ext>
              </a:extLst>
            </p:cNvPr>
            <p:cNvSpPr/>
            <p:nvPr/>
          </p:nvSpPr>
          <p:spPr>
            <a:xfrm>
              <a:off x="9282659" y="5445134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AA4B5429-B89B-44FD-A2FF-9E9DF676C344}"/>
                </a:ext>
              </a:extLst>
            </p:cNvPr>
            <p:cNvSpPr/>
            <p:nvPr/>
          </p:nvSpPr>
          <p:spPr>
            <a:xfrm>
              <a:off x="10250891" y="545268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9161DFBF-752C-4DB5-A3C5-81A00DBC7B1E}"/>
                </a:ext>
              </a:extLst>
            </p:cNvPr>
            <p:cNvSpPr/>
            <p:nvPr/>
          </p:nvSpPr>
          <p:spPr>
            <a:xfrm>
              <a:off x="10539407" y="4533984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392B83B-EA1B-4BD7-B63B-A65F6583C011}"/>
                </a:ext>
              </a:extLst>
            </p:cNvPr>
            <p:cNvSpPr/>
            <p:nvPr/>
          </p:nvSpPr>
          <p:spPr>
            <a:xfrm>
              <a:off x="8522783" y="3491162"/>
              <a:ext cx="2514594" cy="2458752"/>
            </a:xfrm>
            <a:custGeom>
              <a:avLst/>
              <a:gdLst>
                <a:gd name="connsiteX0" fmla="*/ 1253251 w 2514594"/>
                <a:gd name="connsiteY0" fmla="*/ 0 h 2458752"/>
                <a:gd name="connsiteX1" fmla="*/ 1737267 w 2514594"/>
                <a:gd name="connsiteY1" fmla="*/ 479224 h 2458752"/>
                <a:gd name="connsiteX2" fmla="*/ 1654605 w 2514594"/>
                <a:gd name="connsiteY2" fmla="*/ 747163 h 2458752"/>
                <a:gd name="connsiteX3" fmla="*/ 1633616 w 2514594"/>
                <a:gd name="connsiteY3" fmla="*/ 772349 h 2458752"/>
                <a:gd name="connsiteX4" fmla="*/ 1641535 w 2514594"/>
                <a:gd name="connsiteY4" fmla="*/ 778111 h 2458752"/>
                <a:gd name="connsiteX5" fmla="*/ 1688327 w 2514594"/>
                <a:gd name="connsiteY5" fmla="*/ 721961 h 2458752"/>
                <a:gd name="connsiteX6" fmla="*/ 2030578 w 2514594"/>
                <a:gd name="connsiteY6" fmla="*/ 581599 h 2458752"/>
                <a:gd name="connsiteX7" fmla="*/ 2514594 w 2514594"/>
                <a:gd name="connsiteY7" fmla="*/ 1060823 h 2458752"/>
                <a:gd name="connsiteX8" fmla="*/ 2030578 w 2514594"/>
                <a:gd name="connsiteY8" fmla="*/ 1540047 h 2458752"/>
                <a:gd name="connsiteX9" fmla="*/ 1933032 w 2514594"/>
                <a:gd name="connsiteY9" fmla="*/ 1530311 h 2458752"/>
                <a:gd name="connsiteX10" fmla="*/ 1881168 w 2514594"/>
                <a:gd name="connsiteY10" fmla="*/ 1514371 h 2458752"/>
                <a:gd name="connsiteX11" fmla="*/ 1878678 w 2514594"/>
                <a:gd name="connsiteY11" fmla="*/ 1522048 h 2458752"/>
                <a:gd name="connsiteX12" fmla="*/ 1930463 w 2514594"/>
                <a:gd name="connsiteY12" fmla="*/ 1537964 h 2458752"/>
                <a:gd name="connsiteX13" fmla="*/ 2226078 w 2514594"/>
                <a:gd name="connsiteY13" fmla="*/ 1979528 h 2458752"/>
                <a:gd name="connsiteX14" fmla="*/ 1742062 w 2514594"/>
                <a:gd name="connsiteY14" fmla="*/ 2458752 h 2458752"/>
                <a:gd name="connsiteX15" fmla="*/ 1258046 w 2514594"/>
                <a:gd name="connsiteY15" fmla="*/ 1979528 h 2458752"/>
                <a:gd name="connsiteX16" fmla="*/ 1259024 w 2514594"/>
                <a:gd name="connsiteY16" fmla="*/ 1969918 h 2458752"/>
                <a:gd name="connsiteX17" fmla="*/ 1257637 w 2514594"/>
                <a:gd name="connsiteY17" fmla="*/ 1969918 h 2458752"/>
                <a:gd name="connsiteX18" fmla="*/ 1257846 w 2514594"/>
                <a:gd name="connsiteY18" fmla="*/ 1971972 h 2458752"/>
                <a:gd name="connsiteX19" fmla="*/ 773830 w 2514594"/>
                <a:gd name="connsiteY19" fmla="*/ 2451196 h 2458752"/>
                <a:gd name="connsiteX20" fmla="*/ 289814 w 2514594"/>
                <a:gd name="connsiteY20" fmla="*/ 1971972 h 2458752"/>
                <a:gd name="connsiteX21" fmla="*/ 585429 w 2514594"/>
                <a:gd name="connsiteY21" fmla="*/ 1530408 h 2458752"/>
                <a:gd name="connsiteX22" fmla="*/ 630594 w 2514594"/>
                <a:gd name="connsiteY22" fmla="*/ 1516527 h 2458752"/>
                <a:gd name="connsiteX23" fmla="*/ 628432 w 2514594"/>
                <a:gd name="connsiteY23" fmla="*/ 1509863 h 2458752"/>
                <a:gd name="connsiteX24" fmla="*/ 581562 w 2514594"/>
                <a:gd name="connsiteY24" fmla="*/ 1524268 h 2458752"/>
                <a:gd name="connsiteX25" fmla="*/ 484016 w 2514594"/>
                <a:gd name="connsiteY25" fmla="*/ 1534004 h 2458752"/>
                <a:gd name="connsiteX26" fmla="*/ 0 w 2514594"/>
                <a:gd name="connsiteY26" fmla="*/ 1054780 h 2458752"/>
                <a:gd name="connsiteX27" fmla="*/ 484016 w 2514594"/>
                <a:gd name="connsiteY27" fmla="*/ 575556 h 2458752"/>
                <a:gd name="connsiteX28" fmla="*/ 826267 w 2514594"/>
                <a:gd name="connsiteY28" fmla="*/ 715918 h 2458752"/>
                <a:gd name="connsiteX29" fmla="*/ 851114 w 2514594"/>
                <a:gd name="connsiteY29" fmla="*/ 745734 h 2458752"/>
                <a:gd name="connsiteX30" fmla="*/ 807271 w 2514594"/>
                <a:gd name="connsiteY30" fmla="*/ 665760 h 2458752"/>
                <a:gd name="connsiteX31" fmla="*/ 769235 w 2514594"/>
                <a:gd name="connsiteY31" fmla="*/ 479224 h 2458752"/>
                <a:gd name="connsiteX32" fmla="*/ 1253251 w 2514594"/>
                <a:gd name="connsiteY32" fmla="*/ 0 h 245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14594" h="2458752">
                  <a:moveTo>
                    <a:pt x="1253251" y="0"/>
                  </a:moveTo>
                  <a:cubicBezTo>
                    <a:pt x="1520566" y="0"/>
                    <a:pt x="1737267" y="214556"/>
                    <a:pt x="1737267" y="479224"/>
                  </a:cubicBezTo>
                  <a:cubicBezTo>
                    <a:pt x="1737267" y="578474"/>
                    <a:pt x="1706793" y="670678"/>
                    <a:pt x="1654605" y="747163"/>
                  </a:cubicBezTo>
                  <a:lnTo>
                    <a:pt x="1633616" y="772349"/>
                  </a:lnTo>
                  <a:lnTo>
                    <a:pt x="1641535" y="778111"/>
                  </a:lnTo>
                  <a:lnTo>
                    <a:pt x="1688327" y="721961"/>
                  </a:lnTo>
                  <a:cubicBezTo>
                    <a:pt x="1775917" y="635238"/>
                    <a:pt x="1896920" y="581599"/>
                    <a:pt x="2030578" y="581599"/>
                  </a:cubicBezTo>
                  <a:cubicBezTo>
                    <a:pt x="2297893" y="581599"/>
                    <a:pt x="2514594" y="796155"/>
                    <a:pt x="2514594" y="1060823"/>
                  </a:cubicBezTo>
                  <a:cubicBezTo>
                    <a:pt x="2514594" y="1325491"/>
                    <a:pt x="2297893" y="1540047"/>
                    <a:pt x="2030578" y="1540047"/>
                  </a:cubicBezTo>
                  <a:cubicBezTo>
                    <a:pt x="1997164" y="1540047"/>
                    <a:pt x="1964540" y="1536695"/>
                    <a:pt x="1933032" y="1530311"/>
                  </a:cubicBezTo>
                  <a:lnTo>
                    <a:pt x="1881168" y="1514371"/>
                  </a:lnTo>
                  <a:lnTo>
                    <a:pt x="1878678" y="1522048"/>
                  </a:lnTo>
                  <a:lnTo>
                    <a:pt x="1930463" y="1537964"/>
                  </a:lnTo>
                  <a:cubicBezTo>
                    <a:pt x="2104184" y="1610714"/>
                    <a:pt x="2226078" y="1781027"/>
                    <a:pt x="2226078" y="1979528"/>
                  </a:cubicBezTo>
                  <a:cubicBezTo>
                    <a:pt x="2226078" y="2244196"/>
                    <a:pt x="2009377" y="2458752"/>
                    <a:pt x="1742062" y="2458752"/>
                  </a:cubicBezTo>
                  <a:cubicBezTo>
                    <a:pt x="1474747" y="2458752"/>
                    <a:pt x="1258046" y="2244196"/>
                    <a:pt x="1258046" y="1979528"/>
                  </a:cubicBezTo>
                  <a:lnTo>
                    <a:pt x="1259024" y="1969918"/>
                  </a:lnTo>
                  <a:lnTo>
                    <a:pt x="1257637" y="1969918"/>
                  </a:lnTo>
                  <a:lnTo>
                    <a:pt x="1257846" y="1971972"/>
                  </a:lnTo>
                  <a:cubicBezTo>
                    <a:pt x="1257846" y="2236640"/>
                    <a:pt x="1041145" y="2451196"/>
                    <a:pt x="773830" y="2451196"/>
                  </a:cubicBezTo>
                  <a:cubicBezTo>
                    <a:pt x="506515" y="2451196"/>
                    <a:pt x="289814" y="2236640"/>
                    <a:pt x="289814" y="1971972"/>
                  </a:cubicBezTo>
                  <a:cubicBezTo>
                    <a:pt x="289814" y="1773471"/>
                    <a:pt x="411708" y="1603158"/>
                    <a:pt x="585429" y="1530408"/>
                  </a:cubicBezTo>
                  <a:lnTo>
                    <a:pt x="630594" y="1516527"/>
                  </a:lnTo>
                  <a:lnTo>
                    <a:pt x="628432" y="1509863"/>
                  </a:lnTo>
                  <a:lnTo>
                    <a:pt x="581562" y="1524268"/>
                  </a:lnTo>
                  <a:cubicBezTo>
                    <a:pt x="550054" y="1530652"/>
                    <a:pt x="517430" y="1534004"/>
                    <a:pt x="484016" y="1534004"/>
                  </a:cubicBezTo>
                  <a:cubicBezTo>
                    <a:pt x="216701" y="1534004"/>
                    <a:pt x="0" y="1319448"/>
                    <a:pt x="0" y="1054780"/>
                  </a:cubicBezTo>
                  <a:cubicBezTo>
                    <a:pt x="0" y="790112"/>
                    <a:pt x="216701" y="575556"/>
                    <a:pt x="484016" y="575556"/>
                  </a:cubicBezTo>
                  <a:cubicBezTo>
                    <a:pt x="617674" y="575556"/>
                    <a:pt x="738678" y="629195"/>
                    <a:pt x="826267" y="715918"/>
                  </a:cubicBezTo>
                  <a:lnTo>
                    <a:pt x="851114" y="745734"/>
                  </a:lnTo>
                  <a:lnTo>
                    <a:pt x="807271" y="665760"/>
                  </a:lnTo>
                  <a:cubicBezTo>
                    <a:pt x="782779" y="608426"/>
                    <a:pt x="769235" y="545391"/>
                    <a:pt x="769235" y="479224"/>
                  </a:cubicBezTo>
                  <a:cubicBezTo>
                    <a:pt x="769235" y="214556"/>
                    <a:pt x="985936" y="0"/>
                    <a:pt x="1253251" y="0"/>
                  </a:cubicBezTo>
                  <a:close/>
                </a:path>
              </a:pathLst>
            </a:cu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A076624-883C-4D93-A97F-3C675FA877E3}"/>
                </a:ext>
              </a:extLst>
            </p:cNvPr>
            <p:cNvCxnSpPr>
              <a:cxnSpLocks/>
              <a:stCxn id="134" idx="0"/>
              <a:endCxn id="142" idx="0"/>
            </p:cNvCxnSpPr>
            <p:nvPr/>
          </p:nvCxnSpPr>
          <p:spPr>
            <a:xfrm flipH="1">
              <a:off x="9780080" y="3988434"/>
              <a:ext cx="2281" cy="791113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B6E64A44-C9FB-4B71-B967-50D2B4F6E762}"/>
                </a:ext>
              </a:extLst>
            </p:cNvPr>
            <p:cNvSpPr/>
            <p:nvPr/>
          </p:nvSpPr>
          <p:spPr>
            <a:xfrm>
              <a:off x="9767904" y="3957228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9618BE67-2479-41D9-830E-EB8B5398578D}"/>
                </a:ext>
              </a:extLst>
            </p:cNvPr>
            <p:cNvSpPr/>
            <p:nvPr/>
          </p:nvSpPr>
          <p:spPr>
            <a:xfrm>
              <a:off x="9762080" y="477954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44B62D5-572E-4C1A-B36C-48E6B48E3008}"/>
                </a:ext>
              </a:extLst>
            </p:cNvPr>
            <p:cNvCxnSpPr>
              <a:cxnSpLocks/>
            </p:cNvCxnSpPr>
            <p:nvPr/>
          </p:nvCxnSpPr>
          <p:spPr>
            <a:xfrm>
              <a:off x="9762080" y="3491162"/>
              <a:ext cx="174727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0AF90F11-B8D3-44A5-901F-4065342E47EB}"/>
                </a:ext>
              </a:extLst>
            </p:cNvPr>
            <p:cNvCxnSpPr>
              <a:cxnSpLocks/>
            </p:cNvCxnSpPr>
            <p:nvPr/>
          </p:nvCxnSpPr>
          <p:spPr>
            <a:xfrm>
              <a:off x="9762080" y="4797547"/>
              <a:ext cx="1747271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804A061E-FE6B-4009-96B2-4187C1184561}"/>
                </a:ext>
              </a:extLst>
            </p:cNvPr>
            <p:cNvCxnSpPr>
              <a:cxnSpLocks/>
            </p:cNvCxnSpPr>
            <p:nvPr/>
          </p:nvCxnSpPr>
          <p:spPr>
            <a:xfrm>
              <a:off x="9787481" y="3969928"/>
              <a:ext cx="1272458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3FA7188-8E12-4B4A-975D-3D2C650E4F06}"/>
                </a:ext>
              </a:extLst>
            </p:cNvPr>
            <p:cNvSpPr txBox="1"/>
            <p:nvPr/>
          </p:nvSpPr>
          <p:spPr>
            <a:xfrm>
              <a:off x="8942180" y="3779475"/>
              <a:ext cx="421488" cy="337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2r</a:t>
              </a:r>
              <a:endParaRPr lang="zh-TW" altLang="en-US" sz="1050" i="1" dirty="0">
                <a:latin typeface="Cambria Math" panose="02040503050406030204" pitchFamily="18" charset="0"/>
              </a:endParaRPr>
            </a:p>
          </p:txBody>
        </p: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C91FCAD-4A13-4A72-8A69-FC099DE014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6810" y="3801146"/>
              <a:ext cx="783104" cy="565029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E20FFA60-E81F-4EF9-8199-53D64E57DF97}"/>
                </a:ext>
              </a:extLst>
            </p:cNvPr>
            <p:cNvCxnSpPr>
              <a:cxnSpLocks/>
            </p:cNvCxnSpPr>
            <p:nvPr/>
          </p:nvCxnSpPr>
          <p:spPr>
            <a:xfrm rot="19380000">
              <a:off x="8954987" y="4391717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EEA26EF-0CFC-4394-B330-AE8B153269C8}"/>
                </a:ext>
              </a:extLst>
            </p:cNvPr>
            <p:cNvCxnSpPr>
              <a:cxnSpLocks/>
            </p:cNvCxnSpPr>
            <p:nvPr/>
          </p:nvCxnSpPr>
          <p:spPr>
            <a:xfrm rot="3180000">
              <a:off x="8811946" y="4374610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5877472D-71BD-4132-B76E-A56FAD27C84E}"/>
                </a:ext>
              </a:extLst>
            </p:cNvPr>
            <p:cNvCxnSpPr>
              <a:cxnSpLocks/>
            </p:cNvCxnSpPr>
            <p:nvPr/>
          </p:nvCxnSpPr>
          <p:spPr>
            <a:xfrm rot="19380000">
              <a:off x="9733690" y="3822499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E7CF81CB-2D29-48C9-A6AF-121ABF24FA07}"/>
                </a:ext>
              </a:extLst>
            </p:cNvPr>
            <p:cNvCxnSpPr>
              <a:cxnSpLocks/>
            </p:cNvCxnSpPr>
            <p:nvPr/>
          </p:nvCxnSpPr>
          <p:spPr>
            <a:xfrm rot="3180000">
              <a:off x="9578710" y="3788641"/>
              <a:ext cx="12625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3E03986D-F0B3-4B64-81C5-C78EE186D753}"/>
                    </a:ext>
                  </a:extLst>
                </p:cNvPr>
                <p:cNvSpPr txBox="1"/>
                <p:nvPr/>
              </p:nvSpPr>
              <p:spPr>
                <a:xfrm>
                  <a:off x="9461014" y="4049029"/>
                  <a:ext cx="4214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TW" altLang="en-US" sz="105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3E03986D-F0B3-4B64-81C5-C78EE186D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1014" y="4049029"/>
                  <a:ext cx="421488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645087B-1D44-4075-B947-56C764BB0064}"/>
                </a:ext>
              </a:extLst>
            </p:cNvPr>
            <p:cNvSpPr txBox="1"/>
            <p:nvPr/>
          </p:nvSpPr>
          <p:spPr>
            <a:xfrm>
              <a:off x="8256407" y="5849621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41FD432-B2E4-4FA1-9FAF-F9688960D8E3}"/>
                </a:ext>
              </a:extLst>
            </p:cNvPr>
            <p:cNvSpPr txBox="1"/>
            <p:nvPr/>
          </p:nvSpPr>
          <p:spPr>
            <a:xfrm>
              <a:off x="10893702" y="5285753"/>
              <a:ext cx="421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  <a:endParaRPr lang="zh-TW" altLang="en-US" i="1" dirty="0">
                <a:latin typeface="Cambria Math" panose="02040503050406030204" pitchFamily="18" charset="0"/>
              </a:endParaRPr>
            </a:p>
          </p:txBody>
        </p:sp>
        <p:sp>
          <p:nvSpPr>
            <p:cNvPr id="155" name="Wave 97">
              <a:extLst>
                <a:ext uri="{FF2B5EF4-FFF2-40B4-BE49-F238E27FC236}">
                  <a16:creationId xmlns:a16="http://schemas.microsoft.com/office/drawing/2014/main" id="{CFD1B439-7D8F-4F51-BF22-56E34F3DD6FE}"/>
                </a:ext>
              </a:extLst>
            </p:cNvPr>
            <p:cNvSpPr/>
            <p:nvPr/>
          </p:nvSpPr>
          <p:spPr>
            <a:xfrm rot="4310759">
              <a:off x="10623110" y="5208700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6" name="Wave 97">
              <a:extLst>
                <a:ext uri="{FF2B5EF4-FFF2-40B4-BE49-F238E27FC236}">
                  <a16:creationId xmlns:a16="http://schemas.microsoft.com/office/drawing/2014/main" id="{8573E4DB-3D5D-4536-83CB-0D564EAF6B54}"/>
                </a:ext>
              </a:extLst>
            </p:cNvPr>
            <p:cNvSpPr/>
            <p:nvPr/>
          </p:nvSpPr>
          <p:spPr>
            <a:xfrm rot="17289241" flipH="1">
              <a:off x="8372615" y="5763706"/>
              <a:ext cx="516155" cy="70089"/>
            </a:xfrm>
            <a:custGeom>
              <a:avLst/>
              <a:gdLst>
                <a:gd name="connsiteX0" fmla="*/ 0 w 914400"/>
                <a:gd name="connsiteY0" fmla="*/ 114300 h 914400"/>
                <a:gd name="connsiteX1" fmla="*/ 914400 w 914400"/>
                <a:gd name="connsiteY1" fmla="*/ 114300 h 914400"/>
                <a:gd name="connsiteX2" fmla="*/ 914400 w 914400"/>
                <a:gd name="connsiteY2" fmla="*/ 800100 h 914400"/>
                <a:gd name="connsiteX3" fmla="*/ 0 w 914400"/>
                <a:gd name="connsiteY3" fmla="*/ 800100 h 914400"/>
                <a:gd name="connsiteX4" fmla="*/ 0 w 914400"/>
                <a:gd name="connsiteY4" fmla="*/ 114300 h 914400"/>
                <a:gd name="connsiteX0" fmla="*/ 0 w 914400"/>
                <a:gd name="connsiteY0" fmla="*/ 795786 h 906653"/>
                <a:gd name="connsiteX1" fmla="*/ 0 w 914400"/>
                <a:gd name="connsiteY1" fmla="*/ 109986 h 906653"/>
                <a:gd name="connsiteX2" fmla="*/ 914400 w 914400"/>
                <a:gd name="connsiteY2" fmla="*/ 109986 h 906653"/>
                <a:gd name="connsiteX3" fmla="*/ 914400 w 914400"/>
                <a:gd name="connsiteY3" fmla="*/ 795786 h 906653"/>
                <a:gd name="connsiteX4" fmla="*/ 91440 w 914400"/>
                <a:gd name="connsiteY4" fmla="*/ 887226 h 906653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3" fmla="*/ 914400 w 914400"/>
                <a:gd name="connsiteY3" fmla="*/ 795786 h 795786"/>
                <a:gd name="connsiteX0" fmla="*/ 0 w 914400"/>
                <a:gd name="connsiteY0" fmla="*/ 795786 h 795786"/>
                <a:gd name="connsiteX1" fmla="*/ 0 w 914400"/>
                <a:gd name="connsiteY1" fmla="*/ 109986 h 795786"/>
                <a:gd name="connsiteX2" fmla="*/ 914400 w 914400"/>
                <a:gd name="connsiteY2" fmla="*/ 109986 h 795786"/>
                <a:gd name="connsiteX0" fmla="*/ 0 w 914400"/>
                <a:gd name="connsiteY0" fmla="*/ 109986 h 219971"/>
                <a:gd name="connsiteX1" fmla="*/ 914400 w 914400"/>
                <a:gd name="connsiteY1" fmla="*/ 109986 h 21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0" h="219971">
                  <a:moveTo>
                    <a:pt x="0" y="109986"/>
                  </a:moveTo>
                  <a:cubicBezTo>
                    <a:pt x="304800" y="-271014"/>
                    <a:pt x="609600" y="490986"/>
                    <a:pt x="914400" y="109986"/>
                  </a:cubicBezTo>
                </a:path>
              </a:pathLst>
            </a:cu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98E7B88C-373C-4B01-B648-92AF8EC52231}"/>
                  </a:ext>
                </a:extLst>
              </p:cNvPr>
              <p:cNvSpPr txBox="1"/>
              <p:nvPr/>
            </p:nvSpPr>
            <p:spPr>
              <a:xfrm>
                <a:off x="-295049" y="530323"/>
                <a:ext cx="4937225" cy="2793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𝑠𝑝h𝑒𝑟𝑒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h𝑜𝑙𝑒</m:t>
                      </m:r>
                    </m:oMath>
                  </m:oMathPara>
                </a14:m>
                <a:endParaRPr lang="en-US" altLang="zh-TW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TW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altLang="zh-TW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func>
                        <m:funcPr>
                          <m:ctrl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12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altLang="zh-TW" sz="1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altLang="zh-TW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TW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(1+(</m:t>
                      </m:r>
                      <m:f>
                        <m:fPr>
                          <m:type m:val="lin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</m:t>
                          </m:r>
                          <m:r>
                            <m:rPr>
                              <m:sty m:val="p"/>
                            </m:rPr>
                            <a:rPr lang="en-US" altLang="zh-TW" sz="120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zh-TW" alt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200" dirty="0">
                  <a:ea typeface="Cambria Math" panose="02040503050406030204" pitchFamily="18" charset="0"/>
                </a:endParaRPr>
              </a:p>
              <a:p>
                <a:pPr algn="ctr"/>
                <a:endParaRPr lang="en-US" altLang="zh-TW" sz="1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zh-TW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zh-TW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12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altLang="zh-TW" sz="12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=2∙</m:t>
                      </m:r>
                      <m:r>
                        <a:rPr lang="zh-TW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zh-TW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TW" sz="12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98E7B88C-373C-4B01-B648-92AF8EC52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5049" y="530323"/>
                <a:ext cx="4937225" cy="27935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71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9804B4D-F818-45ED-B256-2DE555C8E77F}"/>
              </a:ext>
            </a:extLst>
          </p:cNvPr>
          <p:cNvSpPr/>
          <p:nvPr/>
        </p:nvSpPr>
        <p:spPr>
          <a:xfrm>
            <a:off x="4203805" y="951831"/>
            <a:ext cx="1009886" cy="1348110"/>
          </a:xfrm>
          <a:custGeom>
            <a:avLst/>
            <a:gdLst>
              <a:gd name="connsiteX0" fmla="*/ 0 w 1009886"/>
              <a:gd name="connsiteY0" fmla="*/ 0 h 1348110"/>
              <a:gd name="connsiteX1" fmla="*/ 1009886 w 1009886"/>
              <a:gd name="connsiteY1" fmla="*/ 0 h 1348110"/>
              <a:gd name="connsiteX2" fmla="*/ 1009886 w 1009886"/>
              <a:gd name="connsiteY2" fmla="*/ 433710 h 1348110"/>
              <a:gd name="connsiteX3" fmla="*/ 0 w 1009886"/>
              <a:gd name="connsiteY3" fmla="*/ 1348110 h 13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9886" h="1348110">
                <a:moveTo>
                  <a:pt x="0" y="0"/>
                </a:moveTo>
                <a:lnTo>
                  <a:pt x="1009886" y="0"/>
                </a:lnTo>
                <a:lnTo>
                  <a:pt x="1009886" y="433710"/>
                </a:lnTo>
                <a:lnTo>
                  <a:pt x="0" y="1348110"/>
                </a:lnTo>
                <a:close/>
              </a:path>
            </a:pathLst>
          </a:cu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ADB6DD1-71D2-4F3C-859F-2B6B105D40C8}"/>
              </a:ext>
            </a:extLst>
          </p:cNvPr>
          <p:cNvSpPr/>
          <p:nvPr/>
        </p:nvSpPr>
        <p:spPr>
          <a:xfrm rot="5400000">
            <a:off x="2365087" y="-980140"/>
            <a:ext cx="914400" cy="4778343"/>
          </a:xfrm>
          <a:custGeom>
            <a:avLst/>
            <a:gdLst>
              <a:gd name="connsiteX0" fmla="*/ 0 w 914400"/>
              <a:gd name="connsiteY0" fmla="*/ 3768458 h 4778343"/>
              <a:gd name="connsiteX1" fmla="*/ 0 w 914400"/>
              <a:gd name="connsiteY1" fmla="*/ 1009886 h 4778343"/>
              <a:gd name="connsiteX2" fmla="*/ 0 w 914400"/>
              <a:gd name="connsiteY2" fmla="*/ 0 h 4778343"/>
              <a:gd name="connsiteX3" fmla="*/ 914400 w 914400"/>
              <a:gd name="connsiteY3" fmla="*/ 1009886 h 4778343"/>
              <a:gd name="connsiteX4" fmla="*/ 914400 w 914400"/>
              <a:gd name="connsiteY4" fmla="*/ 4778343 h 4778343"/>
              <a:gd name="connsiteX5" fmla="*/ 914399 w 914400"/>
              <a:gd name="connsiteY5" fmla="*/ 4778343 h 477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" h="4778343">
                <a:moveTo>
                  <a:pt x="0" y="3768458"/>
                </a:moveTo>
                <a:lnTo>
                  <a:pt x="0" y="1009886"/>
                </a:lnTo>
                <a:lnTo>
                  <a:pt x="0" y="0"/>
                </a:lnTo>
                <a:lnTo>
                  <a:pt x="914400" y="1009886"/>
                </a:lnTo>
                <a:lnTo>
                  <a:pt x="914400" y="4778343"/>
                </a:lnTo>
                <a:lnTo>
                  <a:pt x="914399" y="4778343"/>
                </a:lnTo>
                <a:close/>
              </a:path>
            </a:pathLst>
          </a:custGeom>
          <a:pattFill prst="dk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ED7A76-A6D9-464D-8D6F-A7C853A04F04}"/>
              </a:ext>
            </a:extLst>
          </p:cNvPr>
          <p:cNvSpPr/>
          <p:nvPr/>
        </p:nvSpPr>
        <p:spPr>
          <a:xfrm>
            <a:off x="1333114" y="1867941"/>
            <a:ext cx="2150350" cy="432000"/>
          </a:xfrm>
          <a:prstGeom prst="rect">
            <a:avLst/>
          </a:prstGeom>
          <a:pattFill prst="pct60">
            <a:fgClr>
              <a:schemeClr val="tx1">
                <a:lumMod val="85000"/>
                <a:lumOff val="1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B029BE-CB4F-4EFB-96DD-7B8823663A59}"/>
              </a:ext>
            </a:extLst>
          </p:cNvPr>
          <p:cNvSpPr/>
          <p:nvPr/>
        </p:nvSpPr>
        <p:spPr>
          <a:xfrm>
            <a:off x="1333115" y="2031539"/>
            <a:ext cx="2150349" cy="600180"/>
          </a:xfrm>
          <a:prstGeom prst="ellipse">
            <a:avLst/>
          </a:prstGeom>
          <a:pattFill prst="dk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471EE8-DDAA-46DE-A0C9-3FA99416DCA6}"/>
              </a:ext>
            </a:extLst>
          </p:cNvPr>
          <p:cNvSpPr/>
          <p:nvPr/>
        </p:nvSpPr>
        <p:spPr>
          <a:xfrm>
            <a:off x="2010663" y="1220439"/>
            <a:ext cx="900000" cy="900000"/>
          </a:xfrm>
          <a:prstGeom prst="ellipse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42B9D2-FB23-4E35-972A-CB352571A680}"/>
              </a:ext>
            </a:extLst>
          </p:cNvPr>
          <p:cNvSpPr/>
          <p:nvPr/>
        </p:nvSpPr>
        <p:spPr>
          <a:xfrm>
            <a:off x="1333116" y="1398231"/>
            <a:ext cx="900000" cy="900000"/>
          </a:xfrm>
          <a:prstGeom prst="ellipse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15F157-3D6E-4FE2-AD83-DFC40F69B9A7}"/>
              </a:ext>
            </a:extLst>
          </p:cNvPr>
          <p:cNvSpPr/>
          <p:nvPr/>
        </p:nvSpPr>
        <p:spPr>
          <a:xfrm>
            <a:off x="2583465" y="1383814"/>
            <a:ext cx="900000" cy="900000"/>
          </a:xfrm>
          <a:prstGeom prst="ellipse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AA9640-3694-4D4F-97D4-CF4CAFCFD98C}"/>
              </a:ext>
            </a:extLst>
          </p:cNvPr>
          <p:cNvSpPr/>
          <p:nvPr/>
        </p:nvSpPr>
        <p:spPr>
          <a:xfrm>
            <a:off x="3483465" y="1867941"/>
            <a:ext cx="720000" cy="432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C973C7-0C68-43CC-882E-B3CCE07D2EAF}"/>
              </a:ext>
            </a:extLst>
          </p:cNvPr>
          <p:cNvSpPr/>
          <p:nvPr/>
        </p:nvSpPr>
        <p:spPr>
          <a:xfrm>
            <a:off x="432776" y="2298230"/>
            <a:ext cx="3770688" cy="870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D0E204-B2BD-47D9-94AD-9358880DE95F}"/>
              </a:ext>
            </a:extLst>
          </p:cNvPr>
          <p:cNvSpPr/>
          <p:nvPr/>
        </p:nvSpPr>
        <p:spPr>
          <a:xfrm>
            <a:off x="433116" y="1867941"/>
            <a:ext cx="900000" cy="432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B688FB56-E198-46A4-BD54-5D906A548DFF}"/>
              </a:ext>
            </a:extLst>
          </p:cNvPr>
          <p:cNvSpPr/>
          <p:nvPr/>
        </p:nvSpPr>
        <p:spPr>
          <a:xfrm rot="5400000" flipH="1" flipV="1">
            <a:off x="2870030" y="-1561690"/>
            <a:ext cx="914400" cy="1009886"/>
          </a:xfrm>
          <a:prstGeom prst="rtTriangle">
            <a:avLst/>
          </a:prstGeom>
          <a:pattFill prst="dk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D1E9E0B-EC23-4C8D-ADDA-0DD26C900D1D}"/>
              </a:ext>
            </a:extLst>
          </p:cNvPr>
          <p:cNvSpPr/>
          <p:nvPr/>
        </p:nvSpPr>
        <p:spPr>
          <a:xfrm>
            <a:off x="4203805" y="1385540"/>
            <a:ext cx="1009886" cy="1782424"/>
          </a:xfrm>
          <a:custGeom>
            <a:avLst/>
            <a:gdLst>
              <a:gd name="connsiteX0" fmla="*/ 1009886 w 1009886"/>
              <a:gd name="connsiteY0" fmla="*/ 0 h 1782424"/>
              <a:gd name="connsiteX1" fmla="*/ 1009886 w 1009886"/>
              <a:gd name="connsiteY1" fmla="*/ 868026 h 1782424"/>
              <a:gd name="connsiteX2" fmla="*/ 2 w 1009886"/>
              <a:gd name="connsiteY2" fmla="*/ 1782424 h 1782424"/>
              <a:gd name="connsiteX3" fmla="*/ 0 w 1009886"/>
              <a:gd name="connsiteY3" fmla="*/ 1782424 h 1782424"/>
              <a:gd name="connsiteX4" fmla="*/ 0 w 1009886"/>
              <a:gd name="connsiteY4" fmla="*/ 914400 h 1782424"/>
              <a:gd name="connsiteX5" fmla="*/ 0 w 1009886"/>
              <a:gd name="connsiteY5" fmla="*/ 912689 h 1782424"/>
              <a:gd name="connsiteX6" fmla="*/ 1890 w 1009886"/>
              <a:gd name="connsiteY6" fmla="*/ 912689 h 178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9886" h="1782424">
                <a:moveTo>
                  <a:pt x="1009886" y="0"/>
                </a:moveTo>
                <a:lnTo>
                  <a:pt x="1009886" y="868026"/>
                </a:lnTo>
                <a:lnTo>
                  <a:pt x="2" y="1782424"/>
                </a:lnTo>
                <a:lnTo>
                  <a:pt x="0" y="1782424"/>
                </a:lnTo>
                <a:lnTo>
                  <a:pt x="0" y="914400"/>
                </a:lnTo>
                <a:lnTo>
                  <a:pt x="0" y="912689"/>
                </a:lnTo>
                <a:lnTo>
                  <a:pt x="1890" y="912689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F4241CF-88FF-4DB6-A5FE-6AAF5530C3CB}"/>
              </a:ext>
            </a:extLst>
          </p:cNvPr>
          <p:cNvSpPr/>
          <p:nvPr/>
        </p:nvSpPr>
        <p:spPr>
          <a:xfrm>
            <a:off x="4203805" y="4044100"/>
            <a:ext cx="1009886" cy="1348110"/>
          </a:xfrm>
          <a:custGeom>
            <a:avLst/>
            <a:gdLst>
              <a:gd name="connsiteX0" fmla="*/ 0 w 1009886"/>
              <a:gd name="connsiteY0" fmla="*/ 0 h 1348110"/>
              <a:gd name="connsiteX1" fmla="*/ 1009886 w 1009886"/>
              <a:gd name="connsiteY1" fmla="*/ 0 h 1348110"/>
              <a:gd name="connsiteX2" fmla="*/ 1009886 w 1009886"/>
              <a:gd name="connsiteY2" fmla="*/ 433710 h 1348110"/>
              <a:gd name="connsiteX3" fmla="*/ 0 w 1009886"/>
              <a:gd name="connsiteY3" fmla="*/ 1348110 h 13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9886" h="1348110">
                <a:moveTo>
                  <a:pt x="0" y="0"/>
                </a:moveTo>
                <a:lnTo>
                  <a:pt x="1009886" y="0"/>
                </a:lnTo>
                <a:lnTo>
                  <a:pt x="1009886" y="433710"/>
                </a:lnTo>
                <a:lnTo>
                  <a:pt x="0" y="1348110"/>
                </a:lnTo>
                <a:close/>
              </a:path>
            </a:pathLst>
          </a:cu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C12D68-E12E-4A4A-864F-C4E98892EA56}"/>
              </a:ext>
            </a:extLst>
          </p:cNvPr>
          <p:cNvSpPr/>
          <p:nvPr/>
        </p:nvSpPr>
        <p:spPr>
          <a:xfrm>
            <a:off x="1333114" y="4960210"/>
            <a:ext cx="2150350" cy="432000"/>
          </a:xfrm>
          <a:prstGeom prst="rect">
            <a:avLst/>
          </a:prstGeom>
          <a:pattFill prst="pct60">
            <a:fgClr>
              <a:schemeClr val="tx1">
                <a:lumMod val="85000"/>
                <a:lumOff val="1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AB5751F-8FC3-46B3-8BA8-6FF7A2D17BD8}"/>
              </a:ext>
            </a:extLst>
          </p:cNvPr>
          <p:cNvSpPr/>
          <p:nvPr/>
        </p:nvSpPr>
        <p:spPr>
          <a:xfrm>
            <a:off x="1333115" y="5123808"/>
            <a:ext cx="2150349" cy="600180"/>
          </a:xfrm>
          <a:prstGeom prst="ellipse">
            <a:avLst/>
          </a:prstGeom>
          <a:pattFill prst="dk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04C018FF-7337-409F-A89B-AFCDE5795529}"/>
              </a:ext>
            </a:extLst>
          </p:cNvPr>
          <p:cNvSpPr/>
          <p:nvPr/>
        </p:nvSpPr>
        <p:spPr>
          <a:xfrm rot="5400000">
            <a:off x="2365087" y="2112129"/>
            <a:ext cx="914400" cy="4778343"/>
          </a:xfrm>
          <a:custGeom>
            <a:avLst/>
            <a:gdLst>
              <a:gd name="connsiteX0" fmla="*/ 0 w 914400"/>
              <a:gd name="connsiteY0" fmla="*/ 3768458 h 4778343"/>
              <a:gd name="connsiteX1" fmla="*/ 0 w 914400"/>
              <a:gd name="connsiteY1" fmla="*/ 1009886 h 4778343"/>
              <a:gd name="connsiteX2" fmla="*/ 0 w 914400"/>
              <a:gd name="connsiteY2" fmla="*/ 0 h 4778343"/>
              <a:gd name="connsiteX3" fmla="*/ 914400 w 914400"/>
              <a:gd name="connsiteY3" fmla="*/ 1009886 h 4778343"/>
              <a:gd name="connsiteX4" fmla="*/ 914400 w 914400"/>
              <a:gd name="connsiteY4" fmla="*/ 4778343 h 4778343"/>
              <a:gd name="connsiteX5" fmla="*/ 914399 w 914400"/>
              <a:gd name="connsiteY5" fmla="*/ 4778343 h 477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" h="4778343">
                <a:moveTo>
                  <a:pt x="0" y="3768458"/>
                </a:moveTo>
                <a:lnTo>
                  <a:pt x="0" y="1009886"/>
                </a:lnTo>
                <a:lnTo>
                  <a:pt x="0" y="0"/>
                </a:lnTo>
                <a:lnTo>
                  <a:pt x="914400" y="1009886"/>
                </a:lnTo>
                <a:lnTo>
                  <a:pt x="914400" y="4778343"/>
                </a:lnTo>
                <a:lnTo>
                  <a:pt x="914399" y="4778343"/>
                </a:lnTo>
                <a:close/>
              </a:path>
            </a:pathLst>
          </a:custGeom>
          <a:pattFill prst="dk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D2D53BD-3919-4BFE-967B-6A4BDF1BB8F4}"/>
              </a:ext>
            </a:extLst>
          </p:cNvPr>
          <p:cNvSpPr/>
          <p:nvPr/>
        </p:nvSpPr>
        <p:spPr>
          <a:xfrm>
            <a:off x="2010663" y="4312708"/>
            <a:ext cx="900000" cy="900000"/>
          </a:xfrm>
          <a:prstGeom prst="ellipse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799672C7-F3A0-43C5-AA46-6D7C3A7F04BC}"/>
              </a:ext>
            </a:extLst>
          </p:cNvPr>
          <p:cNvSpPr/>
          <p:nvPr/>
        </p:nvSpPr>
        <p:spPr>
          <a:xfrm>
            <a:off x="1981265" y="4103863"/>
            <a:ext cx="925865" cy="1317690"/>
          </a:xfrm>
          <a:custGeom>
            <a:avLst/>
            <a:gdLst>
              <a:gd name="connsiteX0" fmla="*/ 289700 w 925865"/>
              <a:gd name="connsiteY0" fmla="*/ 1286636 h 1317690"/>
              <a:gd name="connsiteX1" fmla="*/ 669098 w 925865"/>
              <a:gd name="connsiteY1" fmla="*/ 1286636 h 1317690"/>
              <a:gd name="connsiteX2" fmla="*/ 612179 w 925865"/>
              <a:gd name="connsiteY2" fmla="*/ 1304305 h 1317690"/>
              <a:gd name="connsiteX3" fmla="*/ 479399 w 925865"/>
              <a:gd name="connsiteY3" fmla="*/ 1317690 h 1317690"/>
              <a:gd name="connsiteX4" fmla="*/ 346619 w 925865"/>
              <a:gd name="connsiteY4" fmla="*/ 1304305 h 1317690"/>
              <a:gd name="connsiteX5" fmla="*/ 479399 w 925865"/>
              <a:gd name="connsiteY5" fmla="*/ 0 h 1317690"/>
              <a:gd name="connsiteX6" fmla="*/ 847766 w 925865"/>
              <a:gd name="connsiteY6" fmla="*/ 112521 h 1317690"/>
              <a:gd name="connsiteX7" fmla="*/ 925865 w 925865"/>
              <a:gd name="connsiteY7" fmla="*/ 176959 h 1317690"/>
              <a:gd name="connsiteX8" fmla="*/ 856281 w 925865"/>
              <a:gd name="connsiteY8" fmla="*/ 192996 h 1317690"/>
              <a:gd name="connsiteX9" fmla="*/ 445131 w 925865"/>
              <a:gd name="connsiteY9" fmla="*/ 565768 h 1317690"/>
              <a:gd name="connsiteX10" fmla="*/ 444331 w 925865"/>
              <a:gd name="connsiteY10" fmla="*/ 568346 h 1317690"/>
              <a:gd name="connsiteX11" fmla="*/ 402861 w 925865"/>
              <a:gd name="connsiteY11" fmla="*/ 568346 h 1317690"/>
              <a:gd name="connsiteX12" fmla="*/ 365314 w 925865"/>
              <a:gd name="connsiteY12" fmla="*/ 495002 h 1317690"/>
              <a:gd name="connsiteX13" fmla="*/ 54603 w 925865"/>
              <a:gd name="connsiteY13" fmla="*/ 228016 h 1317690"/>
              <a:gd name="connsiteX14" fmla="*/ 0 w 925865"/>
              <a:gd name="connsiteY14" fmla="*/ 209364 h 1317690"/>
              <a:gd name="connsiteX15" fmla="*/ 13525 w 925865"/>
              <a:gd name="connsiteY15" fmla="*/ 192972 h 1317690"/>
              <a:gd name="connsiteX16" fmla="*/ 479399 w 925865"/>
              <a:gd name="connsiteY16" fmla="*/ 0 h 131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25865" h="1317690">
                <a:moveTo>
                  <a:pt x="289700" y="1286636"/>
                </a:moveTo>
                <a:lnTo>
                  <a:pt x="669098" y="1286636"/>
                </a:lnTo>
                <a:lnTo>
                  <a:pt x="612179" y="1304305"/>
                </a:lnTo>
                <a:cubicBezTo>
                  <a:pt x="569290" y="1313081"/>
                  <a:pt x="524883" y="1317690"/>
                  <a:pt x="479399" y="1317690"/>
                </a:cubicBezTo>
                <a:cubicBezTo>
                  <a:pt x="433915" y="1317690"/>
                  <a:pt x="389508" y="1313081"/>
                  <a:pt x="346619" y="1304305"/>
                </a:cubicBezTo>
                <a:close/>
                <a:moveTo>
                  <a:pt x="479399" y="0"/>
                </a:moveTo>
                <a:cubicBezTo>
                  <a:pt x="615850" y="0"/>
                  <a:pt x="742613" y="41481"/>
                  <a:pt x="847766" y="112521"/>
                </a:cubicBezTo>
                <a:lnTo>
                  <a:pt x="925865" y="176959"/>
                </a:lnTo>
                <a:lnTo>
                  <a:pt x="856281" y="192996"/>
                </a:lnTo>
                <a:cubicBezTo>
                  <a:pt x="670608" y="250746"/>
                  <a:pt x="520145" y="388417"/>
                  <a:pt x="445131" y="565768"/>
                </a:cubicBezTo>
                <a:lnTo>
                  <a:pt x="444331" y="568346"/>
                </a:lnTo>
                <a:lnTo>
                  <a:pt x="402861" y="568346"/>
                </a:lnTo>
                <a:lnTo>
                  <a:pt x="365314" y="495002"/>
                </a:lnTo>
                <a:cubicBezTo>
                  <a:pt x="293093" y="376143"/>
                  <a:pt x="184323" y="281948"/>
                  <a:pt x="54603" y="228016"/>
                </a:cubicBezTo>
                <a:lnTo>
                  <a:pt x="0" y="209364"/>
                </a:lnTo>
                <a:lnTo>
                  <a:pt x="13525" y="192972"/>
                </a:lnTo>
                <a:cubicBezTo>
                  <a:pt x="132753" y="73744"/>
                  <a:pt x="297464" y="0"/>
                  <a:pt x="479399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21BBA17B-E35A-4D3D-AF76-3C56E471641A}"/>
              </a:ext>
            </a:extLst>
          </p:cNvPr>
          <p:cNvSpPr/>
          <p:nvPr/>
        </p:nvSpPr>
        <p:spPr>
          <a:xfrm>
            <a:off x="4203805" y="4477809"/>
            <a:ext cx="1009886" cy="1782424"/>
          </a:xfrm>
          <a:custGeom>
            <a:avLst/>
            <a:gdLst>
              <a:gd name="connsiteX0" fmla="*/ 1009886 w 1009886"/>
              <a:gd name="connsiteY0" fmla="*/ 0 h 1782424"/>
              <a:gd name="connsiteX1" fmla="*/ 1009886 w 1009886"/>
              <a:gd name="connsiteY1" fmla="*/ 868026 h 1782424"/>
              <a:gd name="connsiteX2" fmla="*/ 2 w 1009886"/>
              <a:gd name="connsiteY2" fmla="*/ 1782424 h 1782424"/>
              <a:gd name="connsiteX3" fmla="*/ 0 w 1009886"/>
              <a:gd name="connsiteY3" fmla="*/ 1782424 h 1782424"/>
              <a:gd name="connsiteX4" fmla="*/ 0 w 1009886"/>
              <a:gd name="connsiteY4" fmla="*/ 914400 h 1782424"/>
              <a:gd name="connsiteX5" fmla="*/ 0 w 1009886"/>
              <a:gd name="connsiteY5" fmla="*/ 912689 h 1782424"/>
              <a:gd name="connsiteX6" fmla="*/ 1890 w 1009886"/>
              <a:gd name="connsiteY6" fmla="*/ 912689 h 178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9886" h="1782424">
                <a:moveTo>
                  <a:pt x="1009886" y="0"/>
                </a:moveTo>
                <a:lnTo>
                  <a:pt x="1009886" y="868026"/>
                </a:lnTo>
                <a:lnTo>
                  <a:pt x="2" y="1782424"/>
                </a:lnTo>
                <a:lnTo>
                  <a:pt x="0" y="1782424"/>
                </a:lnTo>
                <a:lnTo>
                  <a:pt x="0" y="914400"/>
                </a:lnTo>
                <a:lnTo>
                  <a:pt x="0" y="912689"/>
                </a:lnTo>
                <a:lnTo>
                  <a:pt x="1890" y="912689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95A4712-3A81-4103-AF07-E5F21A8E1043}"/>
              </a:ext>
            </a:extLst>
          </p:cNvPr>
          <p:cNvSpPr/>
          <p:nvPr/>
        </p:nvSpPr>
        <p:spPr>
          <a:xfrm>
            <a:off x="3483465" y="4960210"/>
            <a:ext cx="720000" cy="432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D821A9E-79A8-4CB3-95BC-94F7FBD1A9BB}"/>
              </a:ext>
            </a:extLst>
          </p:cNvPr>
          <p:cNvSpPr/>
          <p:nvPr/>
        </p:nvSpPr>
        <p:spPr>
          <a:xfrm>
            <a:off x="433116" y="4960210"/>
            <a:ext cx="900000" cy="432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9B03E1E-C7CF-4FFF-BB58-0DA72A36DD6B}"/>
              </a:ext>
            </a:extLst>
          </p:cNvPr>
          <p:cNvSpPr/>
          <p:nvPr/>
        </p:nvSpPr>
        <p:spPr>
          <a:xfrm>
            <a:off x="430544" y="5390499"/>
            <a:ext cx="3772920" cy="870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32820E-00FB-40BF-BC64-2B95F888CEB0}"/>
              </a:ext>
            </a:extLst>
          </p:cNvPr>
          <p:cNvSpPr/>
          <p:nvPr/>
        </p:nvSpPr>
        <p:spPr>
          <a:xfrm rot="5400000">
            <a:off x="5957417" y="809952"/>
            <a:ext cx="914400" cy="4778343"/>
          </a:xfrm>
          <a:custGeom>
            <a:avLst/>
            <a:gdLst>
              <a:gd name="connsiteX0" fmla="*/ 0 w 914400"/>
              <a:gd name="connsiteY0" fmla="*/ 3768458 h 4778343"/>
              <a:gd name="connsiteX1" fmla="*/ 0 w 914400"/>
              <a:gd name="connsiteY1" fmla="*/ 1009886 h 4778343"/>
              <a:gd name="connsiteX2" fmla="*/ 0 w 914400"/>
              <a:gd name="connsiteY2" fmla="*/ 0 h 4778343"/>
              <a:gd name="connsiteX3" fmla="*/ 914400 w 914400"/>
              <a:gd name="connsiteY3" fmla="*/ 1009886 h 4778343"/>
              <a:gd name="connsiteX4" fmla="*/ 914400 w 914400"/>
              <a:gd name="connsiteY4" fmla="*/ 4778343 h 4778343"/>
              <a:gd name="connsiteX5" fmla="*/ 914399 w 914400"/>
              <a:gd name="connsiteY5" fmla="*/ 4778343 h 477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" h="4778343">
                <a:moveTo>
                  <a:pt x="0" y="3768458"/>
                </a:moveTo>
                <a:lnTo>
                  <a:pt x="0" y="1009886"/>
                </a:lnTo>
                <a:lnTo>
                  <a:pt x="0" y="0"/>
                </a:lnTo>
                <a:lnTo>
                  <a:pt x="914400" y="1009886"/>
                </a:lnTo>
                <a:lnTo>
                  <a:pt x="914400" y="4778343"/>
                </a:lnTo>
                <a:lnTo>
                  <a:pt x="914399" y="4778343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99B4914A-4AFE-4FB0-8258-6CCBA6F3EABD}"/>
              </a:ext>
            </a:extLst>
          </p:cNvPr>
          <p:cNvSpPr/>
          <p:nvPr/>
        </p:nvSpPr>
        <p:spPr>
          <a:xfrm>
            <a:off x="430544" y="4267238"/>
            <a:ext cx="3770689" cy="1123261"/>
          </a:xfrm>
          <a:custGeom>
            <a:avLst/>
            <a:gdLst>
              <a:gd name="connsiteX0" fmla="*/ 2602921 w 3770689"/>
              <a:gd name="connsiteY0" fmla="*/ 0 h 1123261"/>
              <a:gd name="connsiteX1" fmla="*/ 3209991 w 3770689"/>
              <a:gd name="connsiteY1" fmla="*/ 402393 h 1123261"/>
              <a:gd name="connsiteX2" fmla="*/ 3210791 w 3770689"/>
              <a:gd name="connsiteY2" fmla="*/ 404971 h 1123261"/>
              <a:gd name="connsiteX3" fmla="*/ 3770689 w 3770689"/>
              <a:gd name="connsiteY3" fmla="*/ 404971 h 1123261"/>
              <a:gd name="connsiteX4" fmla="*/ 3770689 w 3770689"/>
              <a:gd name="connsiteY4" fmla="*/ 1123261 h 1123261"/>
              <a:gd name="connsiteX5" fmla="*/ 0 w 3770689"/>
              <a:gd name="connsiteY5" fmla="*/ 1123261 h 1123261"/>
              <a:gd name="connsiteX6" fmla="*/ 0 w 3770689"/>
              <a:gd name="connsiteY6" fmla="*/ 404971 h 1123261"/>
              <a:gd name="connsiteX7" fmla="*/ 751928 w 3770689"/>
              <a:gd name="connsiteY7" fmla="*/ 404971 h 1123261"/>
              <a:gd name="connsiteX8" fmla="*/ 806248 w 3770689"/>
              <a:gd name="connsiteY8" fmla="*/ 304895 h 1123261"/>
              <a:gd name="connsiteX9" fmla="*/ 1352572 w 3770689"/>
              <a:gd name="connsiteY9" fmla="*/ 14417 h 1123261"/>
              <a:gd name="connsiteX10" fmla="*/ 1916034 w 3770689"/>
              <a:gd name="connsiteY10" fmla="*/ 331627 h 1123261"/>
              <a:gd name="connsiteX11" fmla="*/ 1953581 w 3770689"/>
              <a:gd name="connsiteY11" fmla="*/ 404971 h 1123261"/>
              <a:gd name="connsiteX12" fmla="*/ 1995051 w 3770689"/>
              <a:gd name="connsiteY12" fmla="*/ 404971 h 1123261"/>
              <a:gd name="connsiteX13" fmla="*/ 1995851 w 3770689"/>
              <a:gd name="connsiteY13" fmla="*/ 402393 h 1123261"/>
              <a:gd name="connsiteX14" fmla="*/ 2602921 w 3770689"/>
              <a:gd name="connsiteY14" fmla="*/ 0 h 1123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70689" h="1123261">
                <a:moveTo>
                  <a:pt x="2602921" y="0"/>
                </a:moveTo>
                <a:cubicBezTo>
                  <a:pt x="2875824" y="0"/>
                  <a:pt x="3109973" y="165923"/>
                  <a:pt x="3209991" y="402393"/>
                </a:cubicBezTo>
                <a:lnTo>
                  <a:pt x="3210791" y="404971"/>
                </a:lnTo>
                <a:lnTo>
                  <a:pt x="3770689" y="404971"/>
                </a:lnTo>
                <a:lnTo>
                  <a:pt x="3770689" y="1123261"/>
                </a:lnTo>
                <a:lnTo>
                  <a:pt x="0" y="1123261"/>
                </a:lnTo>
                <a:lnTo>
                  <a:pt x="0" y="404971"/>
                </a:lnTo>
                <a:lnTo>
                  <a:pt x="751928" y="404971"/>
                </a:lnTo>
                <a:lnTo>
                  <a:pt x="806248" y="304895"/>
                </a:lnTo>
                <a:cubicBezTo>
                  <a:pt x="924647" y="129641"/>
                  <a:pt x="1125153" y="14417"/>
                  <a:pt x="1352572" y="14417"/>
                </a:cubicBezTo>
                <a:cubicBezTo>
                  <a:pt x="1591361" y="14417"/>
                  <a:pt x="1800480" y="141452"/>
                  <a:pt x="1916034" y="331627"/>
                </a:cubicBezTo>
                <a:lnTo>
                  <a:pt x="1953581" y="404971"/>
                </a:lnTo>
                <a:lnTo>
                  <a:pt x="1995051" y="404971"/>
                </a:lnTo>
                <a:lnTo>
                  <a:pt x="1995851" y="402393"/>
                </a:lnTo>
                <a:cubicBezTo>
                  <a:pt x="2095870" y="165924"/>
                  <a:pt x="2330019" y="0"/>
                  <a:pt x="2602921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F1266A2-FF95-4CD9-A144-9510ED08CDAC}"/>
              </a:ext>
            </a:extLst>
          </p:cNvPr>
          <p:cNvSpPr/>
          <p:nvPr/>
        </p:nvSpPr>
        <p:spPr>
          <a:xfrm>
            <a:off x="1333116" y="4490500"/>
            <a:ext cx="900000" cy="900000"/>
          </a:xfrm>
          <a:prstGeom prst="ellipse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851A2B5D-1CC0-41EA-B342-770630C224A8}"/>
              </a:ext>
            </a:extLst>
          </p:cNvPr>
          <p:cNvSpPr/>
          <p:nvPr/>
        </p:nvSpPr>
        <p:spPr>
          <a:xfrm>
            <a:off x="2583465" y="4476083"/>
            <a:ext cx="900000" cy="900000"/>
          </a:xfrm>
          <a:prstGeom prst="ellipse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52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2D22C1D-17D0-4D56-96DC-BA330EC06552}"/>
              </a:ext>
            </a:extLst>
          </p:cNvPr>
          <p:cNvGrpSpPr/>
          <p:nvPr/>
        </p:nvGrpSpPr>
        <p:grpSpPr>
          <a:xfrm>
            <a:off x="1353063" y="1644635"/>
            <a:ext cx="2403303" cy="1099578"/>
            <a:chOff x="425915" y="1220439"/>
            <a:chExt cx="4257598" cy="194797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54A567-E834-49F0-BC79-44728DD17898}"/>
                </a:ext>
              </a:extLst>
            </p:cNvPr>
            <p:cNvSpPr/>
            <p:nvPr/>
          </p:nvSpPr>
          <p:spPr>
            <a:xfrm>
              <a:off x="1333114" y="1867941"/>
              <a:ext cx="2150350" cy="432000"/>
            </a:xfrm>
            <a:prstGeom prst="rect">
              <a:avLst/>
            </a:prstGeom>
            <a:pattFill prst="pct60">
              <a:fgClr>
                <a:schemeClr val="tx1">
                  <a:lumMod val="85000"/>
                  <a:lumOff val="1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D1495F0-FBD1-40EB-A7A6-BCE8615D93C0}"/>
                </a:ext>
              </a:extLst>
            </p:cNvPr>
            <p:cNvSpPr/>
            <p:nvPr/>
          </p:nvSpPr>
          <p:spPr>
            <a:xfrm>
              <a:off x="1333115" y="2031539"/>
              <a:ext cx="2150349" cy="600180"/>
            </a:xfrm>
            <a:prstGeom prst="ellipse">
              <a:avLst/>
            </a:prstGeom>
            <a:pattFill prst="dkDn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9D3D649-E7FC-413E-9207-2CD34857EF51}"/>
                </a:ext>
              </a:extLst>
            </p:cNvPr>
            <p:cNvSpPr/>
            <p:nvPr/>
          </p:nvSpPr>
          <p:spPr>
            <a:xfrm>
              <a:off x="435007" y="1435937"/>
              <a:ext cx="4248506" cy="430294"/>
            </a:xfrm>
            <a:custGeom>
              <a:avLst/>
              <a:gdLst>
                <a:gd name="connsiteX0" fmla="*/ 476909 w 4248506"/>
                <a:gd name="connsiteY0" fmla="*/ 0 h 430294"/>
                <a:gd name="connsiteX1" fmla="*/ 4248506 w 4248506"/>
                <a:gd name="connsiteY1" fmla="*/ 0 h 430294"/>
                <a:gd name="connsiteX2" fmla="*/ 4248506 w 4248506"/>
                <a:gd name="connsiteY2" fmla="*/ 430294 h 430294"/>
                <a:gd name="connsiteX3" fmla="*/ 0 w 4248506"/>
                <a:gd name="connsiteY3" fmla="*/ 430294 h 43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8506" h="430294">
                  <a:moveTo>
                    <a:pt x="476909" y="0"/>
                  </a:moveTo>
                  <a:lnTo>
                    <a:pt x="4248506" y="0"/>
                  </a:lnTo>
                  <a:lnTo>
                    <a:pt x="4248506" y="430294"/>
                  </a:lnTo>
                  <a:lnTo>
                    <a:pt x="0" y="430294"/>
                  </a:lnTo>
                  <a:close/>
                </a:path>
              </a:pathLst>
            </a:custGeom>
            <a:pattFill prst="dkDn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C9781E8-7826-4D47-9551-689DB13B85BE}"/>
                </a:ext>
              </a:extLst>
            </p:cNvPr>
            <p:cNvSpPr/>
            <p:nvPr/>
          </p:nvSpPr>
          <p:spPr>
            <a:xfrm>
              <a:off x="2010663" y="1220439"/>
              <a:ext cx="900000" cy="90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CBE8B12-459F-460A-9D57-082609D23579}"/>
                </a:ext>
              </a:extLst>
            </p:cNvPr>
            <p:cNvSpPr/>
            <p:nvPr/>
          </p:nvSpPr>
          <p:spPr>
            <a:xfrm>
              <a:off x="1333116" y="1398231"/>
              <a:ext cx="900000" cy="90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3A228ED-B216-4C92-A7A8-01CA683760EB}"/>
                </a:ext>
              </a:extLst>
            </p:cNvPr>
            <p:cNvSpPr/>
            <p:nvPr/>
          </p:nvSpPr>
          <p:spPr>
            <a:xfrm>
              <a:off x="2583465" y="1383814"/>
              <a:ext cx="900000" cy="900000"/>
            </a:xfrm>
            <a:prstGeom prst="ellipse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C444D10-7E8E-4718-9A75-90942374FAA1}"/>
                </a:ext>
              </a:extLst>
            </p:cNvPr>
            <p:cNvSpPr/>
            <p:nvPr/>
          </p:nvSpPr>
          <p:spPr>
            <a:xfrm>
              <a:off x="3483465" y="1867941"/>
              <a:ext cx="720000" cy="432000"/>
            </a:xfrm>
            <a:prstGeom prst="rect">
              <a:avLst/>
            </a:prstGeom>
            <a:pattFill prst="pct6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6275A63-276D-4480-9951-8C9D69C921C1}"/>
                </a:ext>
              </a:extLst>
            </p:cNvPr>
            <p:cNvSpPr/>
            <p:nvPr/>
          </p:nvSpPr>
          <p:spPr>
            <a:xfrm>
              <a:off x="425915" y="2298230"/>
              <a:ext cx="3777549" cy="8701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3C1BB6-09BB-43B6-A377-18DD4FC9F934}"/>
                </a:ext>
              </a:extLst>
            </p:cNvPr>
            <p:cNvSpPr/>
            <p:nvPr/>
          </p:nvSpPr>
          <p:spPr>
            <a:xfrm>
              <a:off x="433116" y="1867941"/>
              <a:ext cx="900000" cy="432000"/>
            </a:xfrm>
            <a:prstGeom prst="rect">
              <a:avLst/>
            </a:prstGeom>
            <a:pattFill prst="pct6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C4C848D-F896-4AFF-9765-C0EC68722DB7}"/>
                </a:ext>
              </a:extLst>
            </p:cNvPr>
            <p:cNvSpPr/>
            <p:nvPr/>
          </p:nvSpPr>
          <p:spPr>
            <a:xfrm>
              <a:off x="4203463" y="1866232"/>
              <a:ext cx="480050" cy="1301734"/>
            </a:xfrm>
            <a:custGeom>
              <a:avLst/>
              <a:gdLst>
                <a:gd name="connsiteX0" fmla="*/ 0 w 480050"/>
                <a:gd name="connsiteY0" fmla="*/ 0 h 1301734"/>
                <a:gd name="connsiteX1" fmla="*/ 480050 w 480050"/>
                <a:gd name="connsiteY1" fmla="*/ 0 h 1301734"/>
                <a:gd name="connsiteX2" fmla="*/ 480050 w 480050"/>
                <a:gd name="connsiteY2" fmla="*/ 869733 h 1301734"/>
                <a:gd name="connsiteX3" fmla="*/ 0 w 480050"/>
                <a:gd name="connsiteY3" fmla="*/ 1301734 h 1301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0050" h="1301734">
                  <a:moveTo>
                    <a:pt x="0" y="0"/>
                  </a:moveTo>
                  <a:lnTo>
                    <a:pt x="480050" y="0"/>
                  </a:lnTo>
                  <a:lnTo>
                    <a:pt x="480050" y="869733"/>
                  </a:lnTo>
                  <a:lnTo>
                    <a:pt x="0" y="1301734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9211473-C1F8-455A-A122-1C02B397DAED}"/>
                </a:ext>
              </a:extLst>
            </p:cNvPr>
            <p:cNvSpPr/>
            <p:nvPr/>
          </p:nvSpPr>
          <p:spPr>
            <a:xfrm flipV="1">
              <a:off x="4203463" y="1435939"/>
              <a:ext cx="480050" cy="864000"/>
            </a:xfrm>
            <a:custGeom>
              <a:avLst/>
              <a:gdLst>
                <a:gd name="connsiteX0" fmla="*/ 480049 w 480050"/>
                <a:gd name="connsiteY0" fmla="*/ 864000 h 864000"/>
                <a:gd name="connsiteX1" fmla="*/ 480049 w 480050"/>
                <a:gd name="connsiteY1" fmla="*/ 431999 h 864000"/>
                <a:gd name="connsiteX2" fmla="*/ 480050 w 480050"/>
                <a:gd name="connsiteY2" fmla="*/ 431999 h 864000"/>
                <a:gd name="connsiteX3" fmla="*/ 0 w 480050"/>
                <a:gd name="connsiteY3" fmla="*/ 0 h 864000"/>
                <a:gd name="connsiteX4" fmla="*/ 0 w 480050"/>
                <a:gd name="connsiteY4" fmla="*/ 431999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0" h="864000">
                  <a:moveTo>
                    <a:pt x="480049" y="864000"/>
                  </a:moveTo>
                  <a:lnTo>
                    <a:pt x="480049" y="431999"/>
                  </a:lnTo>
                  <a:lnTo>
                    <a:pt x="480050" y="431999"/>
                  </a:lnTo>
                  <a:lnTo>
                    <a:pt x="0" y="0"/>
                  </a:lnTo>
                  <a:lnTo>
                    <a:pt x="0" y="431999"/>
                  </a:lnTo>
                  <a:close/>
                </a:path>
              </a:pathLst>
            </a:custGeom>
            <a:pattFill prst="pct6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992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148</Words>
  <Application>Microsoft Office PowerPoint</Application>
  <PresentationFormat>Widescreen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rawr</dc:creator>
  <cp:lastModifiedBy>rawr</cp:lastModifiedBy>
  <cp:revision>53</cp:revision>
  <dcterms:created xsi:type="dcterms:W3CDTF">2020-07-24T14:24:49Z</dcterms:created>
  <dcterms:modified xsi:type="dcterms:W3CDTF">2020-07-27T15:00:57Z</dcterms:modified>
</cp:coreProperties>
</file>