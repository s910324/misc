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1CDE7-45EF-4566-95BB-DC55407AC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52A2D-3F27-402C-86E7-B3432623A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BBD23-E4C1-40E9-980C-715E718F4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40C1-4255-4C85-A88D-83AF1A41BB69}" type="datetimeFigureOut">
              <a:rPr lang="zh-TW" altLang="en-US" smtClean="0"/>
              <a:t>2020/6/9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92C19-509B-4D1A-9E70-4498C7275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A06B0-20F3-4C8F-BA80-60C746FC4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90D9F-581F-4778-9435-67A331E31B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1471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A3DC0-19E8-4EE3-8C31-D5BEDB66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A7413-E14C-4135-B519-44152929B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E2CD9-47DF-4836-8359-8B18A6537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40C1-4255-4C85-A88D-83AF1A41BB69}" type="datetimeFigureOut">
              <a:rPr lang="zh-TW" altLang="en-US" smtClean="0"/>
              <a:t>2020/6/9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AE5F3-94EA-4379-A63D-E5AFC5170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2BA52-5B93-4BB8-BF14-17F7C58B7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90D9F-581F-4778-9435-67A331E31B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9152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3831-FD08-48B3-9C1A-847C209F0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5C6CD-E5D1-46AC-867B-E290DEC21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7AE85-BADA-4EB2-8FC4-B55617CEF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40C1-4255-4C85-A88D-83AF1A41BB69}" type="datetimeFigureOut">
              <a:rPr lang="zh-TW" altLang="en-US" smtClean="0"/>
              <a:t>2020/6/9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6B285-B709-45BA-9B1D-F8AEBE343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EB2B3-6C89-4909-9669-048BA0EE7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90D9F-581F-4778-9435-67A331E31B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4921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C4D25-583E-467C-A149-80D711B52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BE4DC-8503-44FA-B081-19FF3A64CB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8628DF-6A03-4367-9022-EFD90BAF48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0A0E3-BCAD-4A07-9857-74940A301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40C1-4255-4C85-A88D-83AF1A41BB69}" type="datetimeFigureOut">
              <a:rPr lang="zh-TW" altLang="en-US" smtClean="0"/>
              <a:t>2020/6/9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96E4D-5F56-40BF-8ECB-6E20E7FB7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701D3-9750-4970-BB77-1D291D3C6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90D9F-581F-4778-9435-67A331E31B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2763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DFA03-443C-4A45-87FE-A43CD2116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F0118-D98E-4C05-B1EF-65D13C572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7A267-0A78-45C5-AE79-A0DDCB8A1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C17DB-9125-4C3C-9391-FC6A839F0F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988406-35B7-4331-9979-17B38632C0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F1061C-3FAC-424E-B8C1-5D536D5D2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40C1-4255-4C85-A88D-83AF1A41BB69}" type="datetimeFigureOut">
              <a:rPr lang="zh-TW" altLang="en-US" smtClean="0"/>
              <a:t>2020/6/9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ECD51D-301F-45CF-8ED7-29F45306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5FF411-DB6F-4BB9-868F-4BF67847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90D9F-581F-4778-9435-67A331E31B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7477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1A949-6741-4C8E-989D-AC7D8F46C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072B06-968E-40B2-94AF-FFB38A8E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40C1-4255-4C85-A88D-83AF1A41BB69}" type="datetimeFigureOut">
              <a:rPr lang="zh-TW" altLang="en-US" smtClean="0"/>
              <a:t>2020/6/9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EF61E-7BEE-4036-8FF8-FFF1E971E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C025E-3EB7-477F-B047-4726E29FD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90D9F-581F-4778-9435-67A331E31B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5941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8F90BB-0BC3-496D-A0E7-A5E2CE26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40C1-4255-4C85-A88D-83AF1A41BB69}" type="datetimeFigureOut">
              <a:rPr lang="zh-TW" altLang="en-US" smtClean="0"/>
              <a:t>2020/6/9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FB589A-27B4-4ABB-B2E1-898F4B79F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3A619-7C79-4353-ADDC-F5C66A9E5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90D9F-581F-4778-9435-67A331E31B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6671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AAB0D-10E7-4250-B65F-90107F394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0B427-08A8-487F-A840-F27F97D0B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B0FEB-7EF8-48D7-AED9-BFBA0F403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22503-E90D-41DE-BA09-DF5EE8CA8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40C1-4255-4C85-A88D-83AF1A41BB69}" type="datetimeFigureOut">
              <a:rPr lang="zh-TW" altLang="en-US" smtClean="0"/>
              <a:t>2020/6/9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67723-47AE-4FD1-A1D3-BF707BFA1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47D78-CA6C-4020-B8EE-DAF9C61CB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90D9F-581F-4778-9435-67A331E31B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716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29409-C2C8-4A34-94C0-268AB438D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0C36F6-28D7-44E7-AAD2-E0459DCF24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401CFA-AC48-4A38-B48E-5A35CD42C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D7ADB-FD10-4D88-ACE7-8F94EB722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40C1-4255-4C85-A88D-83AF1A41BB69}" type="datetimeFigureOut">
              <a:rPr lang="zh-TW" altLang="en-US" smtClean="0"/>
              <a:t>2020/6/9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B2C2F-B49E-4953-AA42-433303BCE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7F224-F6B1-4E3E-8B8C-87BD6310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90D9F-581F-4778-9435-67A331E31B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1576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6E43-57D6-4793-8333-E4D3B264A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2C314A-D426-4521-99CD-70BD5A4B7C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0E632-257A-4917-B167-E0B6C5B85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40C1-4255-4C85-A88D-83AF1A41BB69}" type="datetimeFigureOut">
              <a:rPr lang="zh-TW" altLang="en-US" smtClean="0"/>
              <a:t>2020/6/9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264BA-74B8-4B7D-920C-254D6DB0F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92E56-4372-48BA-93C1-8BC2C5B8F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90D9F-581F-4778-9435-67A331E31B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7473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4232AD-9859-4583-A098-4A704C4DE2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CDFC22-80C9-4BF5-BE55-3F370FFCE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5DCC5-B3B0-450B-BC5E-CC1A5B5B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A40C1-4255-4C85-A88D-83AF1A41BB69}" type="datetimeFigureOut">
              <a:rPr lang="zh-TW" altLang="en-US" smtClean="0"/>
              <a:t>2020/6/9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853BF-7430-4688-8D15-4289D6B81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3FDC4-8BFF-440D-88C1-0B8B7C9B1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90D9F-581F-4778-9435-67A331E31B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218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A5ABD8-A716-4A4F-BFDE-72CE5B53C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1F56B-BB58-4D7E-8D76-4FFA94CFF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BB681-535B-4BEA-AB25-5AB8A0AFAC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A40C1-4255-4C85-A88D-83AF1A41BB69}" type="datetimeFigureOut">
              <a:rPr lang="zh-TW" altLang="en-US" smtClean="0"/>
              <a:t>2020/6/9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09832-4B49-432B-BA8D-94CEA6C57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B340F-E79B-47E1-8492-33A5488EF2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90D9F-581F-4778-9435-67A331E31B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6103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B27F4DE-B1D5-4458-A391-7B1471D9D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0"/>
            <a:ext cx="12192000" cy="6667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550CE31-9EC5-4207-BF8D-3B1207C38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250"/>
            <a:ext cx="12192000" cy="6667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CD8B2B5-93F5-40BB-A88F-79377C73B0B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4646" t="43905" r="951" b="5245"/>
          <a:stretch/>
        </p:blipFill>
        <p:spPr>
          <a:xfrm>
            <a:off x="9100796" y="3022600"/>
            <a:ext cx="2975207" cy="33904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6762D84-1CD3-4D02-9AE8-8E8AE020233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0312" t="64286" r="952" b="5245"/>
          <a:stretch/>
        </p:blipFill>
        <p:spPr>
          <a:xfrm>
            <a:off x="9791698" y="4381500"/>
            <a:ext cx="2284303" cy="203154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E81D0A3-E419-487D-9951-4404F0F64B43}"/>
              </a:ext>
            </a:extLst>
          </p:cNvPr>
          <p:cNvSpPr/>
          <p:nvPr/>
        </p:nvSpPr>
        <p:spPr>
          <a:xfrm>
            <a:off x="9791699" y="4381500"/>
            <a:ext cx="2284303" cy="20315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907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CCADB73-69D0-4791-BFC6-DF4DA8994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0"/>
            <a:ext cx="12192000" cy="6667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704FFB-560D-48DA-9845-C90E768CA8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646" t="43905" r="951" b="5245"/>
          <a:stretch/>
        </p:blipFill>
        <p:spPr>
          <a:xfrm>
            <a:off x="9100796" y="3022600"/>
            <a:ext cx="2975207" cy="339044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2798854-6300-4E4D-8709-15713A40F937}"/>
              </a:ext>
            </a:extLst>
          </p:cNvPr>
          <p:cNvSpPr/>
          <p:nvPr/>
        </p:nvSpPr>
        <p:spPr>
          <a:xfrm>
            <a:off x="9100797" y="3022600"/>
            <a:ext cx="2975206" cy="3390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D67885-3DE0-4709-BD41-C6FF08ADC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7650"/>
            <a:ext cx="12192000" cy="6667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E42BC2-B305-4156-B3EB-4A5BD33966D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0312" t="64286" r="952" b="5245"/>
          <a:stretch/>
        </p:blipFill>
        <p:spPr>
          <a:xfrm>
            <a:off x="9791698" y="4381500"/>
            <a:ext cx="2284303" cy="203154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69F2B01-E53C-4B65-8D2A-A032DA423C64}"/>
              </a:ext>
            </a:extLst>
          </p:cNvPr>
          <p:cNvSpPr/>
          <p:nvPr/>
        </p:nvSpPr>
        <p:spPr>
          <a:xfrm>
            <a:off x="9791699" y="4381500"/>
            <a:ext cx="2284303" cy="20315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861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CFF6A8-9ECB-45B2-8159-436D0486B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0"/>
            <a:ext cx="12192000" cy="6667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14123E-FEA3-4CA2-B61E-997BE189C6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646" t="43905" r="951" b="5245"/>
          <a:stretch/>
        </p:blipFill>
        <p:spPr>
          <a:xfrm>
            <a:off x="9100797" y="3022600"/>
            <a:ext cx="2975206" cy="339044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0F29189-563E-492C-8546-7511D4EA429D}"/>
              </a:ext>
            </a:extLst>
          </p:cNvPr>
          <p:cNvSpPr/>
          <p:nvPr/>
        </p:nvSpPr>
        <p:spPr>
          <a:xfrm>
            <a:off x="9100797" y="3022600"/>
            <a:ext cx="2975206" cy="3390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2BDFBF-7EC0-4345-BEDC-4CAFCB188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5250"/>
            <a:ext cx="12192000" cy="6667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BDDCE4-DAB7-4928-9242-611D46214FD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0312" t="64286" r="952" b="5245"/>
          <a:stretch/>
        </p:blipFill>
        <p:spPr>
          <a:xfrm>
            <a:off x="9791698" y="4381500"/>
            <a:ext cx="2284303" cy="203154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E563C17-C2AF-4C25-AC55-5A3888CFAA34}"/>
              </a:ext>
            </a:extLst>
          </p:cNvPr>
          <p:cNvSpPr/>
          <p:nvPr/>
        </p:nvSpPr>
        <p:spPr>
          <a:xfrm>
            <a:off x="9791699" y="4381500"/>
            <a:ext cx="2284303" cy="20315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3277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5E535D7-5AA5-4548-9260-073B77ECD4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646" t="43905" r="951" b="5245"/>
          <a:stretch/>
        </p:blipFill>
        <p:spPr>
          <a:xfrm>
            <a:off x="9100797" y="3022600"/>
            <a:ext cx="2975206" cy="33904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680539E-FC6A-48F6-9754-271CEE4C8604}"/>
              </a:ext>
            </a:extLst>
          </p:cNvPr>
          <p:cNvSpPr/>
          <p:nvPr/>
        </p:nvSpPr>
        <p:spPr>
          <a:xfrm>
            <a:off x="9100797" y="3022600"/>
            <a:ext cx="2975206" cy="3390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CAAAEB-1A35-4CC3-95DF-7114C3B00BA7}"/>
              </a:ext>
            </a:extLst>
          </p:cNvPr>
          <p:cNvSpPr/>
          <p:nvPr/>
        </p:nvSpPr>
        <p:spPr>
          <a:xfrm>
            <a:off x="3860800" y="3175000"/>
            <a:ext cx="4064000" cy="29591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A80C82-2AA5-4A04-8892-E9BB4D938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250"/>
            <a:ext cx="12192000" cy="6667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61720D-6AFA-4C38-9681-E900366F45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312" t="64286" r="952" b="5245"/>
          <a:stretch/>
        </p:blipFill>
        <p:spPr>
          <a:xfrm>
            <a:off x="9791698" y="4381500"/>
            <a:ext cx="2284303" cy="203154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8D64B5A-072C-4041-B265-33F165E2FAD3}"/>
              </a:ext>
            </a:extLst>
          </p:cNvPr>
          <p:cNvSpPr/>
          <p:nvPr/>
        </p:nvSpPr>
        <p:spPr>
          <a:xfrm>
            <a:off x="9791699" y="4381500"/>
            <a:ext cx="2284303" cy="20315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024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rawr</dc:creator>
  <cp:lastModifiedBy>rawr</cp:lastModifiedBy>
  <cp:revision>5</cp:revision>
  <dcterms:created xsi:type="dcterms:W3CDTF">2020-06-09T13:07:03Z</dcterms:created>
  <dcterms:modified xsi:type="dcterms:W3CDTF">2020-06-09T13:55:37Z</dcterms:modified>
</cp:coreProperties>
</file>